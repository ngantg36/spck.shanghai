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Faustina" charset="1" panose="00000500000000000000"/>
      <p:regular r:id="rId16"/>
    </p:embeddedFont>
    <p:embeddedFont>
      <p:font typeface="Gulfs Display" charset="1" panose="00000500000000000000"/>
      <p:regular r:id="rId17"/>
    </p:embeddedFont>
    <p:embeddedFont>
      <p:font typeface="Noto Sans Bold" charset="1" panose="020B0802040504020204"/>
      <p:regular r:id="rId18"/>
    </p:embeddedFont>
    <p:embeddedFont>
      <p:font typeface="Sigmar One" charset="1" panose="00000500000000000000"/>
      <p:regular r:id="rId19"/>
    </p:embeddedFont>
    <p:embeddedFont>
      <p:font typeface="Paytone One" charset="1" panose="00000500000000000000"/>
      <p:regular r:id="rId20"/>
    </p:embeddedFont>
    <p:embeddedFont>
      <p:font typeface="DejaVu Serif" charset="1" panose="02060603050605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10.png" Type="http://schemas.openxmlformats.org/officeDocument/2006/relationships/image"/><Relationship Id="rId6" Target="../media/image4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4.pn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25.pn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4.pn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30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1.png" Type="http://schemas.openxmlformats.org/officeDocument/2006/relationships/image"/><Relationship Id="rId5" Target="../media/image4.png" Type="http://schemas.openxmlformats.org/officeDocument/2006/relationships/image"/><Relationship Id="rId6" Target="../media/image3.png" Type="http://schemas.openxmlformats.org/officeDocument/2006/relationships/image"/><Relationship Id="rId7" Target="../media/image32.pn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43000" y="0"/>
            <a:ext cx="20574000" cy="10287000"/>
            <a:chOff x="0" y="0"/>
            <a:chExt cx="27432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7160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true" flipV="false" rot="0">
            <a:off x="10614093" y="7510262"/>
            <a:ext cx="2778417" cy="4472300"/>
          </a:xfrm>
          <a:custGeom>
            <a:avLst/>
            <a:gdLst/>
            <a:ahLst/>
            <a:cxnLst/>
            <a:rect r="r" b="b" t="t" l="l"/>
            <a:pathLst>
              <a:path h="4472300" w="2778417">
                <a:moveTo>
                  <a:pt x="2778416" y="0"/>
                </a:moveTo>
                <a:lnTo>
                  <a:pt x="0" y="0"/>
                </a:lnTo>
                <a:lnTo>
                  <a:pt x="0" y="4472300"/>
                </a:lnTo>
                <a:lnTo>
                  <a:pt x="2778416" y="4472300"/>
                </a:lnTo>
                <a:lnTo>
                  <a:pt x="2778416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609294" y="-381634"/>
            <a:ext cx="5886140" cy="5864067"/>
          </a:xfrm>
          <a:custGeom>
            <a:avLst/>
            <a:gdLst/>
            <a:ahLst/>
            <a:cxnLst/>
            <a:rect r="r" b="b" t="t" l="l"/>
            <a:pathLst>
              <a:path h="5864067" w="5886140">
                <a:moveTo>
                  <a:pt x="5886140" y="0"/>
                </a:moveTo>
                <a:lnTo>
                  <a:pt x="0" y="0"/>
                </a:lnTo>
                <a:lnTo>
                  <a:pt x="0" y="5864067"/>
                </a:lnTo>
                <a:lnTo>
                  <a:pt x="5886140" y="5864067"/>
                </a:lnTo>
                <a:lnTo>
                  <a:pt x="588614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961888" y="-187206"/>
            <a:ext cx="5886140" cy="5864067"/>
          </a:xfrm>
          <a:custGeom>
            <a:avLst/>
            <a:gdLst/>
            <a:ahLst/>
            <a:cxnLst/>
            <a:rect r="r" b="b" t="t" l="l"/>
            <a:pathLst>
              <a:path h="5864067" w="5886140">
                <a:moveTo>
                  <a:pt x="0" y="0"/>
                </a:moveTo>
                <a:lnTo>
                  <a:pt x="5886140" y="0"/>
                </a:lnTo>
                <a:lnTo>
                  <a:pt x="5886140" y="5864067"/>
                </a:lnTo>
                <a:lnTo>
                  <a:pt x="0" y="58640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204923" y="-1983258"/>
            <a:ext cx="2464198" cy="3966515"/>
          </a:xfrm>
          <a:custGeom>
            <a:avLst/>
            <a:gdLst/>
            <a:ahLst/>
            <a:cxnLst/>
            <a:rect r="r" b="b" t="t" l="l"/>
            <a:pathLst>
              <a:path h="3966515" w="2464198">
                <a:moveTo>
                  <a:pt x="0" y="0"/>
                </a:moveTo>
                <a:lnTo>
                  <a:pt x="2464198" y="0"/>
                </a:lnTo>
                <a:lnTo>
                  <a:pt x="2464198" y="3966516"/>
                </a:lnTo>
                <a:lnTo>
                  <a:pt x="0" y="39665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911401" y="6972759"/>
            <a:ext cx="2464198" cy="3966515"/>
          </a:xfrm>
          <a:custGeom>
            <a:avLst/>
            <a:gdLst/>
            <a:ahLst/>
            <a:cxnLst/>
            <a:rect r="r" b="b" t="t" l="l"/>
            <a:pathLst>
              <a:path h="3966515" w="2464198">
                <a:moveTo>
                  <a:pt x="0" y="0"/>
                </a:moveTo>
                <a:lnTo>
                  <a:pt x="2464198" y="0"/>
                </a:lnTo>
                <a:lnTo>
                  <a:pt x="2464198" y="3966515"/>
                </a:lnTo>
                <a:lnTo>
                  <a:pt x="0" y="3966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210893" y="4646720"/>
            <a:ext cx="4689050" cy="5727084"/>
          </a:xfrm>
          <a:custGeom>
            <a:avLst/>
            <a:gdLst/>
            <a:ahLst/>
            <a:cxnLst/>
            <a:rect r="r" b="b" t="t" l="l"/>
            <a:pathLst>
              <a:path h="5727084" w="4689050">
                <a:moveTo>
                  <a:pt x="0" y="0"/>
                </a:moveTo>
                <a:lnTo>
                  <a:pt x="4689050" y="0"/>
                </a:lnTo>
                <a:lnTo>
                  <a:pt x="4689050" y="5727083"/>
                </a:lnTo>
                <a:lnTo>
                  <a:pt x="0" y="57270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06441" y="3642510"/>
            <a:ext cx="1227335" cy="6818529"/>
          </a:xfrm>
          <a:custGeom>
            <a:avLst/>
            <a:gdLst/>
            <a:ahLst/>
            <a:cxnLst/>
            <a:rect r="r" b="b" t="t" l="l"/>
            <a:pathLst>
              <a:path h="6818529" w="1227335">
                <a:moveTo>
                  <a:pt x="0" y="0"/>
                </a:moveTo>
                <a:lnTo>
                  <a:pt x="1227335" y="0"/>
                </a:lnTo>
                <a:lnTo>
                  <a:pt x="1227335" y="6818528"/>
                </a:lnTo>
                <a:lnTo>
                  <a:pt x="0" y="68185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822045" y="6177188"/>
            <a:ext cx="7315200" cy="4109812"/>
          </a:xfrm>
          <a:custGeom>
            <a:avLst/>
            <a:gdLst/>
            <a:ahLst/>
            <a:cxnLst/>
            <a:rect r="r" b="b" t="t" l="l"/>
            <a:pathLst>
              <a:path h="4109812" w="7315200">
                <a:moveTo>
                  <a:pt x="0" y="0"/>
                </a:moveTo>
                <a:lnTo>
                  <a:pt x="7315200" y="0"/>
                </a:lnTo>
                <a:lnTo>
                  <a:pt x="7315200" y="4109812"/>
                </a:lnTo>
                <a:lnTo>
                  <a:pt x="0" y="410981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619134" y="7600830"/>
            <a:ext cx="7635775" cy="631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5"/>
              </a:lnSpc>
              <a:spcBef>
                <a:spcPct val="0"/>
              </a:spcBef>
            </a:pPr>
            <a:r>
              <a:rPr lang="en-US" sz="3647">
                <a:solidFill>
                  <a:srgbClr val="FCF1D4"/>
                </a:solidFill>
                <a:latin typeface="Faustina"/>
                <a:ea typeface="Faustina"/>
                <a:cs typeface="Faustina"/>
                <a:sym typeface="Faustina"/>
              </a:rPr>
              <a:t>HTLO-JSA10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00108" y="1579179"/>
            <a:ext cx="7361779" cy="243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50"/>
              </a:lnSpc>
              <a:spcBef>
                <a:spcPct val="0"/>
              </a:spcBef>
            </a:pPr>
            <a:r>
              <a:rPr lang="en-US" sz="13179">
                <a:solidFill>
                  <a:srgbClr val="B51F09"/>
                </a:solidFill>
                <a:latin typeface="Gulfs Display"/>
                <a:ea typeface="Gulfs Display"/>
                <a:cs typeface="Gulfs Display"/>
                <a:sym typeface="Gulfs Display"/>
              </a:rPr>
              <a:t>TRAVEL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65309" y="4147167"/>
            <a:ext cx="9331686" cy="2443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11"/>
              </a:lnSpc>
              <a:spcBef>
                <a:spcPct val="0"/>
              </a:spcBef>
            </a:pPr>
            <a:r>
              <a:rPr lang="en-US" sz="12579">
                <a:solidFill>
                  <a:srgbClr val="B51F09"/>
                </a:solidFill>
                <a:latin typeface="Gulfs Display"/>
                <a:ea typeface="Gulfs Display"/>
                <a:cs typeface="Gulfs Display"/>
                <a:sym typeface="Gulfs Display"/>
              </a:rPr>
              <a:t>SHANGHAI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40417" y="-67052"/>
            <a:ext cx="20574000" cy="10287000"/>
            <a:chOff x="0" y="0"/>
            <a:chExt cx="27432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7160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true" flipV="false" rot="0">
            <a:off x="221368" y="5365179"/>
            <a:ext cx="2464198" cy="3966515"/>
          </a:xfrm>
          <a:custGeom>
            <a:avLst/>
            <a:gdLst/>
            <a:ahLst/>
            <a:cxnLst/>
            <a:rect r="r" b="b" t="t" l="l"/>
            <a:pathLst>
              <a:path h="3966515" w="2464198">
                <a:moveTo>
                  <a:pt x="2464198" y="0"/>
                </a:moveTo>
                <a:lnTo>
                  <a:pt x="0" y="0"/>
                </a:lnTo>
                <a:lnTo>
                  <a:pt x="0" y="3966515"/>
                </a:lnTo>
                <a:lnTo>
                  <a:pt x="2464198" y="3966515"/>
                </a:lnTo>
                <a:lnTo>
                  <a:pt x="2464198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66629" y="3120876"/>
            <a:ext cx="16230600" cy="7885366"/>
          </a:xfrm>
          <a:custGeom>
            <a:avLst/>
            <a:gdLst/>
            <a:ahLst/>
            <a:cxnLst/>
            <a:rect r="r" b="b" t="t" l="l"/>
            <a:pathLst>
              <a:path h="7885366" w="16230600">
                <a:moveTo>
                  <a:pt x="0" y="0"/>
                </a:moveTo>
                <a:lnTo>
                  <a:pt x="16230600" y="0"/>
                </a:lnTo>
                <a:lnTo>
                  <a:pt x="16230600" y="7885367"/>
                </a:lnTo>
                <a:lnTo>
                  <a:pt x="0" y="78853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544860" y="-343177"/>
            <a:ext cx="5886140" cy="5864067"/>
          </a:xfrm>
          <a:custGeom>
            <a:avLst/>
            <a:gdLst/>
            <a:ahLst/>
            <a:cxnLst/>
            <a:rect r="r" b="b" t="t" l="l"/>
            <a:pathLst>
              <a:path h="5864067" w="5886140">
                <a:moveTo>
                  <a:pt x="0" y="0"/>
                </a:moveTo>
                <a:lnTo>
                  <a:pt x="5886140" y="0"/>
                </a:lnTo>
                <a:lnTo>
                  <a:pt x="5886140" y="5864067"/>
                </a:lnTo>
                <a:lnTo>
                  <a:pt x="0" y="58640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2091524"/>
            <a:ext cx="6654714" cy="959108"/>
            <a:chOff x="0" y="0"/>
            <a:chExt cx="1752682" cy="25260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52682" cy="252605"/>
            </a:xfrm>
            <a:custGeom>
              <a:avLst/>
              <a:gdLst/>
              <a:ahLst/>
              <a:cxnLst/>
              <a:rect r="r" b="b" t="t" l="l"/>
              <a:pathLst>
                <a:path h="252605" w="1752682">
                  <a:moveTo>
                    <a:pt x="58896" y="0"/>
                  </a:moveTo>
                  <a:lnTo>
                    <a:pt x="1693786" y="0"/>
                  </a:lnTo>
                  <a:cubicBezTo>
                    <a:pt x="1726313" y="0"/>
                    <a:pt x="1752682" y="26369"/>
                    <a:pt x="1752682" y="58896"/>
                  </a:cubicBezTo>
                  <a:lnTo>
                    <a:pt x="1752682" y="193709"/>
                  </a:lnTo>
                  <a:cubicBezTo>
                    <a:pt x="1752682" y="226236"/>
                    <a:pt x="1726313" y="252605"/>
                    <a:pt x="1693786" y="252605"/>
                  </a:cubicBezTo>
                  <a:lnTo>
                    <a:pt x="58896" y="252605"/>
                  </a:lnTo>
                  <a:cubicBezTo>
                    <a:pt x="26369" y="252605"/>
                    <a:pt x="0" y="226236"/>
                    <a:pt x="0" y="193709"/>
                  </a:cubicBezTo>
                  <a:lnTo>
                    <a:pt x="0" y="58896"/>
                  </a:lnTo>
                  <a:cubicBezTo>
                    <a:pt x="0" y="26369"/>
                    <a:pt x="26369" y="0"/>
                    <a:pt x="58896" y="0"/>
                  </a:cubicBezTo>
                  <a:close/>
                </a:path>
              </a:pathLst>
            </a:custGeom>
            <a:solidFill>
              <a:srgbClr val="AD1F2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752682" cy="300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180759" y="-412496"/>
            <a:ext cx="2293755" cy="4105154"/>
          </a:xfrm>
          <a:custGeom>
            <a:avLst/>
            <a:gdLst/>
            <a:ahLst/>
            <a:cxnLst/>
            <a:rect r="r" b="b" t="t" l="l"/>
            <a:pathLst>
              <a:path h="4105154" w="2293755">
                <a:moveTo>
                  <a:pt x="0" y="0"/>
                </a:moveTo>
                <a:lnTo>
                  <a:pt x="2293755" y="0"/>
                </a:lnTo>
                <a:lnTo>
                  <a:pt x="2293755" y="4105154"/>
                </a:lnTo>
                <a:lnTo>
                  <a:pt x="0" y="41051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8149830" y="1709400"/>
            <a:ext cx="2464198" cy="3966515"/>
          </a:xfrm>
          <a:custGeom>
            <a:avLst/>
            <a:gdLst/>
            <a:ahLst/>
            <a:cxnLst/>
            <a:rect r="r" b="b" t="t" l="l"/>
            <a:pathLst>
              <a:path h="3966515" w="2464198">
                <a:moveTo>
                  <a:pt x="2464197" y="0"/>
                </a:moveTo>
                <a:lnTo>
                  <a:pt x="0" y="0"/>
                </a:lnTo>
                <a:lnTo>
                  <a:pt x="0" y="3966515"/>
                </a:lnTo>
                <a:lnTo>
                  <a:pt x="2464197" y="3966515"/>
                </a:lnTo>
                <a:lnTo>
                  <a:pt x="2464197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39968" y="2108050"/>
            <a:ext cx="7232178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9F6EF"/>
                </a:solidFill>
                <a:latin typeface="Faustina"/>
                <a:ea typeface="Faustina"/>
                <a:cs typeface="Faustina"/>
                <a:sym typeface="Faustina"/>
              </a:rPr>
              <a:t>Trương Gia Ngân 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28700" y="3272790"/>
            <a:ext cx="6654714" cy="959108"/>
            <a:chOff x="0" y="0"/>
            <a:chExt cx="1752682" cy="2526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52682" cy="252605"/>
            </a:xfrm>
            <a:custGeom>
              <a:avLst/>
              <a:gdLst/>
              <a:ahLst/>
              <a:cxnLst/>
              <a:rect r="r" b="b" t="t" l="l"/>
              <a:pathLst>
                <a:path h="252605" w="1752682">
                  <a:moveTo>
                    <a:pt x="58896" y="0"/>
                  </a:moveTo>
                  <a:lnTo>
                    <a:pt x="1693786" y="0"/>
                  </a:lnTo>
                  <a:cubicBezTo>
                    <a:pt x="1726313" y="0"/>
                    <a:pt x="1752682" y="26369"/>
                    <a:pt x="1752682" y="58896"/>
                  </a:cubicBezTo>
                  <a:lnTo>
                    <a:pt x="1752682" y="193709"/>
                  </a:lnTo>
                  <a:cubicBezTo>
                    <a:pt x="1752682" y="226236"/>
                    <a:pt x="1726313" y="252605"/>
                    <a:pt x="1693786" y="252605"/>
                  </a:cubicBezTo>
                  <a:lnTo>
                    <a:pt x="58896" y="252605"/>
                  </a:lnTo>
                  <a:cubicBezTo>
                    <a:pt x="26369" y="252605"/>
                    <a:pt x="0" y="226236"/>
                    <a:pt x="0" y="193709"/>
                  </a:cubicBezTo>
                  <a:lnTo>
                    <a:pt x="0" y="58896"/>
                  </a:lnTo>
                  <a:cubicBezTo>
                    <a:pt x="0" y="26369"/>
                    <a:pt x="26369" y="0"/>
                    <a:pt x="58896" y="0"/>
                  </a:cubicBezTo>
                  <a:close/>
                </a:path>
              </a:pathLst>
            </a:custGeom>
            <a:solidFill>
              <a:srgbClr val="AD1F2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752682" cy="300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4561782"/>
            <a:ext cx="6654714" cy="959108"/>
            <a:chOff x="0" y="0"/>
            <a:chExt cx="1752682" cy="25260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52682" cy="252605"/>
            </a:xfrm>
            <a:custGeom>
              <a:avLst/>
              <a:gdLst/>
              <a:ahLst/>
              <a:cxnLst/>
              <a:rect r="r" b="b" t="t" l="l"/>
              <a:pathLst>
                <a:path h="252605" w="1752682">
                  <a:moveTo>
                    <a:pt x="58896" y="0"/>
                  </a:moveTo>
                  <a:lnTo>
                    <a:pt x="1693786" y="0"/>
                  </a:lnTo>
                  <a:cubicBezTo>
                    <a:pt x="1726313" y="0"/>
                    <a:pt x="1752682" y="26369"/>
                    <a:pt x="1752682" y="58896"/>
                  </a:cubicBezTo>
                  <a:lnTo>
                    <a:pt x="1752682" y="193709"/>
                  </a:lnTo>
                  <a:cubicBezTo>
                    <a:pt x="1752682" y="226236"/>
                    <a:pt x="1726313" y="252605"/>
                    <a:pt x="1693786" y="252605"/>
                  </a:cubicBezTo>
                  <a:lnTo>
                    <a:pt x="58896" y="252605"/>
                  </a:lnTo>
                  <a:cubicBezTo>
                    <a:pt x="26369" y="252605"/>
                    <a:pt x="0" y="226236"/>
                    <a:pt x="0" y="193709"/>
                  </a:cubicBezTo>
                  <a:lnTo>
                    <a:pt x="0" y="58896"/>
                  </a:lnTo>
                  <a:cubicBezTo>
                    <a:pt x="0" y="26369"/>
                    <a:pt x="26369" y="0"/>
                    <a:pt x="58896" y="0"/>
                  </a:cubicBezTo>
                  <a:close/>
                </a:path>
              </a:pathLst>
            </a:custGeom>
            <a:solidFill>
              <a:srgbClr val="AD1F2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752682" cy="300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700" y="5968565"/>
            <a:ext cx="6654714" cy="959108"/>
            <a:chOff x="0" y="0"/>
            <a:chExt cx="1752682" cy="25260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52682" cy="252605"/>
            </a:xfrm>
            <a:custGeom>
              <a:avLst/>
              <a:gdLst/>
              <a:ahLst/>
              <a:cxnLst/>
              <a:rect r="r" b="b" t="t" l="l"/>
              <a:pathLst>
                <a:path h="252605" w="1752682">
                  <a:moveTo>
                    <a:pt x="58896" y="0"/>
                  </a:moveTo>
                  <a:lnTo>
                    <a:pt x="1693786" y="0"/>
                  </a:lnTo>
                  <a:cubicBezTo>
                    <a:pt x="1726313" y="0"/>
                    <a:pt x="1752682" y="26369"/>
                    <a:pt x="1752682" y="58896"/>
                  </a:cubicBezTo>
                  <a:lnTo>
                    <a:pt x="1752682" y="193709"/>
                  </a:lnTo>
                  <a:cubicBezTo>
                    <a:pt x="1752682" y="226236"/>
                    <a:pt x="1726313" y="252605"/>
                    <a:pt x="1693786" y="252605"/>
                  </a:cubicBezTo>
                  <a:lnTo>
                    <a:pt x="58896" y="252605"/>
                  </a:lnTo>
                  <a:cubicBezTo>
                    <a:pt x="26369" y="252605"/>
                    <a:pt x="0" y="226236"/>
                    <a:pt x="0" y="193709"/>
                  </a:cubicBezTo>
                  <a:lnTo>
                    <a:pt x="0" y="58896"/>
                  </a:lnTo>
                  <a:cubicBezTo>
                    <a:pt x="0" y="26369"/>
                    <a:pt x="26369" y="0"/>
                    <a:pt x="58896" y="0"/>
                  </a:cubicBezTo>
                  <a:close/>
                </a:path>
              </a:pathLst>
            </a:custGeom>
            <a:solidFill>
              <a:srgbClr val="AD1F2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752682" cy="300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569322" y="3296816"/>
            <a:ext cx="7232178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9F6EF"/>
                </a:solidFill>
                <a:latin typeface="Faustina"/>
                <a:ea typeface="Faustina"/>
                <a:cs typeface="Faustina"/>
                <a:sym typeface="Faustina"/>
              </a:rPr>
              <a:t>Lớp 9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69322" y="4698623"/>
            <a:ext cx="7232178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9F6EF"/>
                </a:solidFill>
                <a:latin typeface="Faustina"/>
                <a:ea typeface="Faustina"/>
                <a:cs typeface="Faustina"/>
                <a:sym typeface="Faustina"/>
              </a:rPr>
              <a:t>JSA10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69322" y="6100429"/>
            <a:ext cx="7232178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9F6EF"/>
                </a:solidFill>
                <a:latin typeface="Faustina"/>
                <a:ea typeface="Faustina"/>
                <a:cs typeface="Faustina"/>
                <a:sym typeface="Faustina"/>
              </a:rPr>
              <a:t>MindX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21728" y="303561"/>
            <a:ext cx="6450418" cy="1464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9"/>
              </a:lnSpc>
            </a:pPr>
            <a:r>
              <a:rPr lang="en-US" sz="8613" b="true">
                <a:solidFill>
                  <a:srgbClr val="A8202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GIỚI THIỆU</a:t>
            </a:r>
            <a:r>
              <a:rPr lang="en-US" sz="8613" b="true">
                <a:solidFill>
                  <a:srgbClr val="F9F6E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43000" y="0"/>
            <a:ext cx="20574000" cy="10287000"/>
            <a:chOff x="0" y="0"/>
            <a:chExt cx="27432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7160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true" flipV="false" rot="0">
            <a:off x="3216314" y="-1306138"/>
            <a:ext cx="2464198" cy="3966515"/>
          </a:xfrm>
          <a:custGeom>
            <a:avLst/>
            <a:gdLst/>
            <a:ahLst/>
            <a:cxnLst/>
            <a:rect r="r" b="b" t="t" l="l"/>
            <a:pathLst>
              <a:path h="3966515" w="2464198">
                <a:moveTo>
                  <a:pt x="2464197" y="0"/>
                </a:moveTo>
                <a:lnTo>
                  <a:pt x="0" y="0"/>
                </a:lnTo>
                <a:lnTo>
                  <a:pt x="0" y="3966516"/>
                </a:lnTo>
                <a:lnTo>
                  <a:pt x="2464197" y="3966516"/>
                </a:lnTo>
                <a:lnTo>
                  <a:pt x="2464197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478262" y="-562810"/>
            <a:ext cx="3562076" cy="4363953"/>
          </a:xfrm>
          <a:custGeom>
            <a:avLst/>
            <a:gdLst/>
            <a:ahLst/>
            <a:cxnLst/>
            <a:rect r="r" b="b" t="t" l="l"/>
            <a:pathLst>
              <a:path h="4363953" w="3562076">
                <a:moveTo>
                  <a:pt x="0" y="0"/>
                </a:moveTo>
                <a:lnTo>
                  <a:pt x="3562076" y="0"/>
                </a:lnTo>
                <a:lnTo>
                  <a:pt x="3562076" y="4363952"/>
                </a:lnTo>
                <a:lnTo>
                  <a:pt x="0" y="43639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579486" y="5895187"/>
            <a:ext cx="2464198" cy="3966515"/>
          </a:xfrm>
          <a:custGeom>
            <a:avLst/>
            <a:gdLst/>
            <a:ahLst/>
            <a:cxnLst/>
            <a:rect r="r" b="b" t="t" l="l"/>
            <a:pathLst>
              <a:path h="3966515" w="2464198">
                <a:moveTo>
                  <a:pt x="2464197" y="0"/>
                </a:moveTo>
                <a:lnTo>
                  <a:pt x="0" y="0"/>
                </a:lnTo>
                <a:lnTo>
                  <a:pt x="0" y="3966515"/>
                </a:lnTo>
                <a:lnTo>
                  <a:pt x="2464197" y="3966515"/>
                </a:lnTo>
                <a:lnTo>
                  <a:pt x="2464197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18268" y="8371996"/>
            <a:ext cx="3733080" cy="2453979"/>
          </a:xfrm>
          <a:custGeom>
            <a:avLst/>
            <a:gdLst/>
            <a:ahLst/>
            <a:cxnLst/>
            <a:rect r="r" b="b" t="t" l="l"/>
            <a:pathLst>
              <a:path h="2453979" w="3733080">
                <a:moveTo>
                  <a:pt x="0" y="0"/>
                </a:moveTo>
                <a:lnTo>
                  <a:pt x="3733079" y="0"/>
                </a:lnTo>
                <a:lnTo>
                  <a:pt x="3733079" y="2453979"/>
                </a:lnTo>
                <a:lnTo>
                  <a:pt x="0" y="24539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058652" y="8371996"/>
            <a:ext cx="4487727" cy="2839060"/>
          </a:xfrm>
          <a:custGeom>
            <a:avLst/>
            <a:gdLst/>
            <a:ahLst/>
            <a:cxnLst/>
            <a:rect r="r" b="b" t="t" l="l"/>
            <a:pathLst>
              <a:path h="2839060" w="4487727">
                <a:moveTo>
                  <a:pt x="0" y="0"/>
                </a:moveTo>
                <a:lnTo>
                  <a:pt x="4487727" y="0"/>
                </a:lnTo>
                <a:lnTo>
                  <a:pt x="4487727" y="2839060"/>
                </a:lnTo>
                <a:lnTo>
                  <a:pt x="0" y="28390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9877425" y="-817546"/>
            <a:ext cx="4487727" cy="2839060"/>
          </a:xfrm>
          <a:custGeom>
            <a:avLst/>
            <a:gdLst/>
            <a:ahLst/>
            <a:cxnLst/>
            <a:rect r="r" b="b" t="t" l="l"/>
            <a:pathLst>
              <a:path h="2839060" w="4487727">
                <a:moveTo>
                  <a:pt x="4487727" y="2839060"/>
                </a:moveTo>
                <a:lnTo>
                  <a:pt x="0" y="2839060"/>
                </a:lnTo>
                <a:lnTo>
                  <a:pt x="0" y="0"/>
                </a:lnTo>
                <a:lnTo>
                  <a:pt x="4487727" y="0"/>
                </a:lnTo>
                <a:lnTo>
                  <a:pt x="4487727" y="283906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707407">
            <a:off x="-144501" y="725012"/>
            <a:ext cx="5641940" cy="6365915"/>
          </a:xfrm>
          <a:prstGeom prst="rect">
            <a:avLst/>
          </a:prstGeom>
        </p:spPr>
      </p:pic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4748119" y="4428337"/>
            <a:ext cx="4738791" cy="5480798"/>
            <a:chOff x="0" y="0"/>
            <a:chExt cx="4428490" cy="51219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325120" y="510377"/>
              <a:ext cx="3675380" cy="3552353"/>
            </a:xfrm>
            <a:custGeom>
              <a:avLst/>
              <a:gdLst/>
              <a:ahLst/>
              <a:cxnLst/>
              <a:rect r="r" b="b" t="t" l="l"/>
              <a:pathLst>
                <a:path h="3552353" w="3675380">
                  <a:moveTo>
                    <a:pt x="3382010" y="163"/>
                  </a:moveTo>
                  <a:lnTo>
                    <a:pt x="12700" y="289723"/>
                  </a:lnTo>
                  <a:cubicBezTo>
                    <a:pt x="5080" y="289723"/>
                    <a:pt x="0" y="297343"/>
                    <a:pt x="0" y="304963"/>
                  </a:cubicBezTo>
                  <a:lnTo>
                    <a:pt x="278130" y="3539653"/>
                  </a:lnTo>
                  <a:cubicBezTo>
                    <a:pt x="279400" y="3547273"/>
                    <a:pt x="285750" y="3552353"/>
                    <a:pt x="293370" y="3552353"/>
                  </a:cubicBezTo>
                  <a:lnTo>
                    <a:pt x="3662680" y="3261523"/>
                  </a:lnTo>
                  <a:cubicBezTo>
                    <a:pt x="3670300" y="3260253"/>
                    <a:pt x="3675380" y="3253903"/>
                    <a:pt x="3675380" y="3246283"/>
                  </a:cubicBezTo>
                  <a:lnTo>
                    <a:pt x="3397250" y="12863"/>
                  </a:lnTo>
                  <a:cubicBezTo>
                    <a:pt x="3395980" y="5243"/>
                    <a:pt x="3389630" y="-1107"/>
                    <a:pt x="3382010" y="163"/>
                  </a:cubicBezTo>
                  <a:close/>
                </a:path>
              </a:pathLst>
            </a:custGeom>
            <a:blipFill>
              <a:blip r:embed="rId10"/>
              <a:stretch>
                <a:fillRect l="-22820" t="0" r="-2282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-2540" y="172720"/>
              <a:ext cx="4295140" cy="4847590"/>
            </a:xfrm>
            <a:custGeom>
              <a:avLst/>
              <a:gdLst/>
              <a:ahLst/>
              <a:cxnLst/>
              <a:rect r="r" b="b" t="t" l="l"/>
              <a:pathLst>
                <a:path h="4847590" w="4295140">
                  <a:moveTo>
                    <a:pt x="3916680" y="127000"/>
                  </a:moveTo>
                  <a:cubicBezTo>
                    <a:pt x="3915410" y="119380"/>
                    <a:pt x="3909060" y="114300"/>
                    <a:pt x="3901440" y="114300"/>
                  </a:cubicBezTo>
                  <a:lnTo>
                    <a:pt x="3792220" y="123190"/>
                  </a:lnTo>
                  <a:lnTo>
                    <a:pt x="3792220" y="13970"/>
                  </a:lnTo>
                  <a:cubicBezTo>
                    <a:pt x="3792220" y="6350"/>
                    <a:pt x="3785870" y="0"/>
                    <a:pt x="3778250" y="0"/>
                  </a:cubicBezTo>
                  <a:lnTo>
                    <a:pt x="13970" y="0"/>
                  </a:lnTo>
                  <a:cubicBezTo>
                    <a:pt x="6350" y="0"/>
                    <a:pt x="0" y="6350"/>
                    <a:pt x="0" y="13970"/>
                  </a:cubicBezTo>
                  <a:lnTo>
                    <a:pt x="0" y="4411980"/>
                  </a:lnTo>
                  <a:cubicBezTo>
                    <a:pt x="0" y="4419600"/>
                    <a:pt x="6350" y="4425950"/>
                    <a:pt x="13970" y="4425950"/>
                  </a:cubicBezTo>
                  <a:lnTo>
                    <a:pt x="480060" y="4425950"/>
                  </a:lnTo>
                  <a:lnTo>
                    <a:pt x="515620" y="4834890"/>
                  </a:lnTo>
                  <a:cubicBezTo>
                    <a:pt x="515620" y="4842510"/>
                    <a:pt x="523240" y="4847590"/>
                    <a:pt x="530860" y="4847590"/>
                  </a:cubicBezTo>
                  <a:lnTo>
                    <a:pt x="4282440" y="4525010"/>
                  </a:lnTo>
                  <a:cubicBezTo>
                    <a:pt x="4290060" y="4525010"/>
                    <a:pt x="4295140" y="4517390"/>
                    <a:pt x="4295140" y="4511040"/>
                  </a:cubicBezTo>
                  <a:lnTo>
                    <a:pt x="3916680" y="127000"/>
                  </a:lnTo>
                  <a:close/>
                  <a:moveTo>
                    <a:pt x="3581400" y="349250"/>
                  </a:moveTo>
                  <a:lnTo>
                    <a:pt x="3581400" y="3465830"/>
                  </a:lnTo>
                  <a:cubicBezTo>
                    <a:pt x="3581400" y="3473450"/>
                    <a:pt x="3575050" y="3479800"/>
                    <a:pt x="3567430" y="3479800"/>
                  </a:cubicBezTo>
                  <a:lnTo>
                    <a:pt x="571500" y="3479800"/>
                  </a:lnTo>
                  <a:lnTo>
                    <a:pt x="327660" y="642620"/>
                  </a:lnTo>
                  <a:cubicBezTo>
                    <a:pt x="327660" y="635000"/>
                    <a:pt x="332740" y="628650"/>
                    <a:pt x="340360" y="627380"/>
                  </a:cubicBezTo>
                  <a:lnTo>
                    <a:pt x="3581400" y="349250"/>
                  </a:lnTo>
                  <a:close/>
                  <a:moveTo>
                    <a:pt x="186690" y="205740"/>
                  </a:moveTo>
                  <a:lnTo>
                    <a:pt x="2835910" y="205740"/>
                  </a:lnTo>
                  <a:lnTo>
                    <a:pt x="172720" y="434340"/>
                  </a:lnTo>
                  <a:lnTo>
                    <a:pt x="172720" y="219710"/>
                  </a:lnTo>
                  <a:cubicBezTo>
                    <a:pt x="172720" y="212090"/>
                    <a:pt x="179070" y="205740"/>
                    <a:pt x="186690" y="205740"/>
                  </a:cubicBezTo>
                  <a:close/>
                  <a:moveTo>
                    <a:pt x="186690" y="3479800"/>
                  </a:moveTo>
                  <a:cubicBezTo>
                    <a:pt x="179070" y="3479800"/>
                    <a:pt x="172720" y="3473450"/>
                    <a:pt x="172720" y="3465830"/>
                  </a:cubicBezTo>
                  <a:lnTo>
                    <a:pt x="172720" y="854710"/>
                  </a:lnTo>
                  <a:lnTo>
                    <a:pt x="398780" y="3479800"/>
                  </a:lnTo>
                  <a:lnTo>
                    <a:pt x="186690" y="3479800"/>
                  </a:lnTo>
                  <a:close/>
                  <a:moveTo>
                    <a:pt x="3990340" y="3597910"/>
                  </a:moveTo>
                  <a:lnTo>
                    <a:pt x="3792220" y="3614419"/>
                  </a:lnTo>
                  <a:lnTo>
                    <a:pt x="3792220" y="1137919"/>
                  </a:lnTo>
                  <a:lnTo>
                    <a:pt x="4003040" y="3583940"/>
                  </a:lnTo>
                  <a:cubicBezTo>
                    <a:pt x="4003040" y="3591560"/>
                    <a:pt x="3997960" y="3597910"/>
                    <a:pt x="3990340" y="3597910"/>
                  </a:cubicBez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72720" y="378460"/>
              <a:ext cx="3409950" cy="3274060"/>
            </a:xfrm>
            <a:custGeom>
              <a:avLst/>
              <a:gdLst/>
              <a:ahLst/>
              <a:cxnLst/>
              <a:rect r="r" b="b" t="t" l="l"/>
              <a:pathLst>
                <a:path h="3274060" w="3409950">
                  <a:moveTo>
                    <a:pt x="3395980" y="0"/>
                  </a:moveTo>
                  <a:lnTo>
                    <a:pt x="13970" y="0"/>
                  </a:lnTo>
                  <a:cubicBezTo>
                    <a:pt x="6350" y="0"/>
                    <a:pt x="0" y="6350"/>
                    <a:pt x="0" y="13970"/>
                  </a:cubicBezTo>
                  <a:lnTo>
                    <a:pt x="0" y="3260090"/>
                  </a:lnTo>
                  <a:cubicBezTo>
                    <a:pt x="0" y="3267710"/>
                    <a:pt x="6350" y="3274060"/>
                    <a:pt x="13970" y="3274060"/>
                  </a:cubicBezTo>
                  <a:lnTo>
                    <a:pt x="3395980" y="3274060"/>
                  </a:lnTo>
                  <a:cubicBezTo>
                    <a:pt x="3403600" y="3274060"/>
                    <a:pt x="3409950" y="3267710"/>
                    <a:pt x="3409950" y="3260090"/>
                  </a:cubicBezTo>
                  <a:lnTo>
                    <a:pt x="3409950" y="13970"/>
                  </a:lnTo>
                  <a:cubicBezTo>
                    <a:pt x="3408680" y="6350"/>
                    <a:pt x="3402330" y="0"/>
                    <a:pt x="3395980" y="0"/>
                  </a:cubicBezTo>
                  <a:close/>
                </a:path>
              </a:pathLst>
            </a:custGeom>
            <a:blipFill>
              <a:blip r:embed="rId10"/>
              <a:stretch>
                <a:fillRect l="-22339" t="0" r="-22339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270" y="177800"/>
              <a:ext cx="4305300" cy="4842510"/>
            </a:xfrm>
            <a:custGeom>
              <a:avLst/>
              <a:gdLst/>
              <a:ahLst/>
              <a:cxnLst/>
              <a:rect r="r" b="b" t="t" l="l"/>
              <a:pathLst>
                <a:path h="4842510" w="4305300">
                  <a:moveTo>
                    <a:pt x="3810000" y="1483360"/>
                  </a:moveTo>
                  <a:lnTo>
                    <a:pt x="3991610" y="3581400"/>
                  </a:lnTo>
                  <a:cubicBezTo>
                    <a:pt x="3991610" y="3586480"/>
                    <a:pt x="3990340" y="3590290"/>
                    <a:pt x="3986530" y="3594100"/>
                  </a:cubicBezTo>
                  <a:lnTo>
                    <a:pt x="3990340" y="3594100"/>
                  </a:lnTo>
                  <a:cubicBezTo>
                    <a:pt x="3996690" y="3594100"/>
                    <a:pt x="4001770" y="3587750"/>
                    <a:pt x="4001770" y="3581400"/>
                  </a:cubicBezTo>
                  <a:lnTo>
                    <a:pt x="3810000" y="1380490"/>
                  </a:lnTo>
                  <a:lnTo>
                    <a:pt x="3810000" y="1483360"/>
                  </a:lnTo>
                  <a:close/>
                  <a:moveTo>
                    <a:pt x="3581400" y="209550"/>
                  </a:moveTo>
                  <a:cubicBezTo>
                    <a:pt x="3581400" y="209550"/>
                    <a:pt x="3578860" y="201930"/>
                    <a:pt x="3568700" y="200660"/>
                  </a:cubicBezTo>
                  <a:lnTo>
                    <a:pt x="173990" y="200660"/>
                  </a:lnTo>
                  <a:cubicBezTo>
                    <a:pt x="167640" y="200660"/>
                    <a:pt x="160020" y="203200"/>
                    <a:pt x="160020" y="210820"/>
                  </a:cubicBezTo>
                  <a:lnTo>
                    <a:pt x="162560" y="217170"/>
                  </a:lnTo>
                  <a:cubicBezTo>
                    <a:pt x="165100" y="213360"/>
                    <a:pt x="170180" y="212090"/>
                    <a:pt x="173990" y="212090"/>
                  </a:cubicBezTo>
                  <a:lnTo>
                    <a:pt x="3571240" y="212090"/>
                  </a:lnTo>
                  <a:lnTo>
                    <a:pt x="3571240" y="3463290"/>
                  </a:lnTo>
                  <a:cubicBezTo>
                    <a:pt x="3571240" y="3468370"/>
                    <a:pt x="3568700" y="3472180"/>
                    <a:pt x="3566160" y="3474720"/>
                  </a:cubicBezTo>
                  <a:lnTo>
                    <a:pt x="3569970" y="3474720"/>
                  </a:lnTo>
                  <a:cubicBezTo>
                    <a:pt x="3576320" y="3474720"/>
                    <a:pt x="3581400" y="3469640"/>
                    <a:pt x="3581400" y="3463290"/>
                  </a:cubicBezTo>
                  <a:lnTo>
                    <a:pt x="3581400" y="209550"/>
                  </a:lnTo>
                  <a:close/>
                  <a:moveTo>
                    <a:pt x="4296410" y="4518660"/>
                  </a:moveTo>
                  <a:lnTo>
                    <a:pt x="543560" y="4841240"/>
                  </a:lnTo>
                  <a:lnTo>
                    <a:pt x="529590" y="4842510"/>
                  </a:lnTo>
                  <a:lnTo>
                    <a:pt x="528320" y="4842510"/>
                  </a:lnTo>
                  <a:cubicBezTo>
                    <a:pt x="520700" y="4842510"/>
                    <a:pt x="514350" y="4837430"/>
                    <a:pt x="513080" y="4829810"/>
                  </a:cubicBezTo>
                  <a:lnTo>
                    <a:pt x="511810" y="4815840"/>
                  </a:lnTo>
                  <a:cubicBezTo>
                    <a:pt x="511810" y="4817110"/>
                    <a:pt x="513080" y="4819650"/>
                    <a:pt x="513080" y="4820920"/>
                  </a:cubicBezTo>
                  <a:lnTo>
                    <a:pt x="478790" y="4422140"/>
                  </a:lnTo>
                  <a:lnTo>
                    <a:pt x="13970" y="4422140"/>
                  </a:lnTo>
                  <a:cubicBezTo>
                    <a:pt x="6350" y="4422140"/>
                    <a:pt x="0" y="4415790"/>
                    <a:pt x="0" y="4408170"/>
                  </a:cubicBezTo>
                  <a:lnTo>
                    <a:pt x="0" y="8890"/>
                  </a:lnTo>
                  <a:cubicBezTo>
                    <a:pt x="0" y="5080"/>
                    <a:pt x="1270" y="2540"/>
                    <a:pt x="3810" y="0"/>
                  </a:cubicBezTo>
                  <a:lnTo>
                    <a:pt x="13970" y="8890"/>
                  </a:lnTo>
                  <a:lnTo>
                    <a:pt x="13970" y="4408170"/>
                  </a:lnTo>
                  <a:lnTo>
                    <a:pt x="3790950" y="4408170"/>
                  </a:lnTo>
                  <a:lnTo>
                    <a:pt x="3804920" y="4418330"/>
                  </a:lnTo>
                  <a:cubicBezTo>
                    <a:pt x="3802380" y="4420870"/>
                    <a:pt x="3799840" y="4422140"/>
                    <a:pt x="3796030" y="4422140"/>
                  </a:cubicBezTo>
                  <a:lnTo>
                    <a:pt x="491490" y="4422140"/>
                  </a:lnTo>
                  <a:lnTo>
                    <a:pt x="527050" y="4828540"/>
                  </a:lnTo>
                  <a:lnTo>
                    <a:pt x="4290060" y="4505960"/>
                  </a:lnTo>
                  <a:lnTo>
                    <a:pt x="4305300" y="4514850"/>
                  </a:lnTo>
                  <a:cubicBezTo>
                    <a:pt x="4302760" y="4517390"/>
                    <a:pt x="4300220" y="4518660"/>
                    <a:pt x="4296410" y="4518660"/>
                  </a:cubicBezTo>
                  <a:close/>
                </a:path>
              </a:pathLst>
            </a:custGeom>
            <a:solidFill>
              <a:srgbClr val="3C3333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080" y="172720"/>
              <a:ext cx="4305300" cy="4519930"/>
            </a:xfrm>
            <a:custGeom>
              <a:avLst/>
              <a:gdLst/>
              <a:ahLst/>
              <a:cxnLst/>
              <a:rect r="r" b="b" t="t" l="l"/>
              <a:pathLst>
                <a:path h="4519930" w="4305300">
                  <a:moveTo>
                    <a:pt x="3573780" y="3478530"/>
                  </a:moveTo>
                  <a:cubicBezTo>
                    <a:pt x="3571240" y="3481070"/>
                    <a:pt x="3567430" y="3483610"/>
                    <a:pt x="3563620" y="3483610"/>
                  </a:cubicBezTo>
                  <a:lnTo>
                    <a:pt x="170180" y="3483610"/>
                  </a:lnTo>
                  <a:cubicBezTo>
                    <a:pt x="163830" y="3483610"/>
                    <a:pt x="160020" y="3479800"/>
                    <a:pt x="157480" y="3474720"/>
                  </a:cubicBezTo>
                  <a:cubicBezTo>
                    <a:pt x="154940" y="3472180"/>
                    <a:pt x="153670" y="3469640"/>
                    <a:pt x="153670" y="3465830"/>
                  </a:cubicBezTo>
                  <a:lnTo>
                    <a:pt x="153670" y="219710"/>
                  </a:lnTo>
                  <a:cubicBezTo>
                    <a:pt x="153670" y="215900"/>
                    <a:pt x="156210" y="212090"/>
                    <a:pt x="158750" y="209550"/>
                  </a:cubicBezTo>
                  <a:lnTo>
                    <a:pt x="167640" y="217170"/>
                  </a:lnTo>
                  <a:lnTo>
                    <a:pt x="167640" y="3465830"/>
                  </a:lnTo>
                  <a:cubicBezTo>
                    <a:pt x="167640" y="3467100"/>
                    <a:pt x="167640" y="3468370"/>
                    <a:pt x="168910" y="3469640"/>
                  </a:cubicBezTo>
                  <a:lnTo>
                    <a:pt x="3563620" y="3469640"/>
                  </a:lnTo>
                  <a:cubicBezTo>
                    <a:pt x="3564890" y="3469640"/>
                    <a:pt x="3566160" y="3468370"/>
                    <a:pt x="3567430" y="3468370"/>
                  </a:cubicBezTo>
                  <a:lnTo>
                    <a:pt x="3573780" y="3478530"/>
                  </a:lnTo>
                  <a:close/>
                  <a:moveTo>
                    <a:pt x="4305300" y="4508500"/>
                  </a:moveTo>
                  <a:cubicBezTo>
                    <a:pt x="4305300" y="4512310"/>
                    <a:pt x="4304030" y="4516120"/>
                    <a:pt x="4298950" y="4519930"/>
                  </a:cubicBezTo>
                  <a:lnTo>
                    <a:pt x="4283710" y="4511040"/>
                  </a:lnTo>
                  <a:lnTo>
                    <a:pt x="3907790" y="132080"/>
                  </a:lnTo>
                  <a:lnTo>
                    <a:pt x="3906520" y="124460"/>
                  </a:lnTo>
                  <a:cubicBezTo>
                    <a:pt x="3906520" y="124460"/>
                    <a:pt x="3906520" y="114300"/>
                    <a:pt x="3893820" y="114300"/>
                  </a:cubicBezTo>
                  <a:lnTo>
                    <a:pt x="3806190" y="121920"/>
                  </a:lnTo>
                  <a:lnTo>
                    <a:pt x="3806190" y="3604260"/>
                  </a:lnTo>
                  <a:lnTo>
                    <a:pt x="3982720" y="3589020"/>
                  </a:lnTo>
                  <a:cubicBezTo>
                    <a:pt x="3983990" y="3589020"/>
                    <a:pt x="3985260" y="3587750"/>
                    <a:pt x="3986530" y="3587750"/>
                  </a:cubicBezTo>
                  <a:lnTo>
                    <a:pt x="3992880" y="3595370"/>
                  </a:lnTo>
                  <a:cubicBezTo>
                    <a:pt x="3990340" y="3599180"/>
                    <a:pt x="3986530" y="3601720"/>
                    <a:pt x="3982720" y="3601720"/>
                  </a:cubicBezTo>
                  <a:lnTo>
                    <a:pt x="3806190" y="3616960"/>
                  </a:lnTo>
                  <a:lnTo>
                    <a:pt x="3806190" y="4413250"/>
                  </a:lnTo>
                  <a:cubicBezTo>
                    <a:pt x="3806190" y="4417060"/>
                    <a:pt x="3803650" y="4420871"/>
                    <a:pt x="3801110" y="4423410"/>
                  </a:cubicBezTo>
                  <a:lnTo>
                    <a:pt x="3785870" y="4413250"/>
                  </a:lnTo>
                  <a:lnTo>
                    <a:pt x="3785870" y="13970"/>
                  </a:lnTo>
                  <a:lnTo>
                    <a:pt x="8890" y="13970"/>
                  </a:lnTo>
                  <a:lnTo>
                    <a:pt x="0" y="5080"/>
                  </a:lnTo>
                  <a:cubicBezTo>
                    <a:pt x="2540" y="2540"/>
                    <a:pt x="6350" y="0"/>
                    <a:pt x="10160" y="0"/>
                  </a:cubicBezTo>
                  <a:lnTo>
                    <a:pt x="3792220" y="0"/>
                  </a:lnTo>
                  <a:cubicBezTo>
                    <a:pt x="3799840" y="0"/>
                    <a:pt x="3806190" y="6350"/>
                    <a:pt x="3806190" y="13970"/>
                  </a:cubicBezTo>
                  <a:lnTo>
                    <a:pt x="3806190" y="101600"/>
                  </a:lnTo>
                  <a:lnTo>
                    <a:pt x="3900170" y="92710"/>
                  </a:lnTo>
                  <a:cubicBezTo>
                    <a:pt x="3900170" y="92710"/>
                    <a:pt x="3923030" y="92710"/>
                    <a:pt x="3926840" y="109220"/>
                  </a:cubicBezTo>
                  <a:lnTo>
                    <a:pt x="3931920" y="171450"/>
                  </a:lnTo>
                  <a:lnTo>
                    <a:pt x="4305300" y="4508500"/>
                  </a:lnTo>
                  <a:close/>
                  <a:moveTo>
                    <a:pt x="3797300" y="15240"/>
                  </a:moveTo>
                  <a:cubicBezTo>
                    <a:pt x="3799840" y="17780"/>
                    <a:pt x="3802380" y="19050"/>
                    <a:pt x="3803650" y="21590"/>
                  </a:cubicBezTo>
                  <a:cubicBezTo>
                    <a:pt x="3802380" y="17780"/>
                    <a:pt x="3799840" y="16510"/>
                    <a:pt x="3797300" y="152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409951" y="0"/>
              <a:ext cx="274319" cy="1045210"/>
            </a:xfrm>
            <a:custGeom>
              <a:avLst/>
              <a:gdLst/>
              <a:ahLst/>
              <a:cxnLst/>
              <a:rect r="r" b="b" t="t" l="l"/>
              <a:pathLst>
                <a:path h="1045210" w="274319">
                  <a:moveTo>
                    <a:pt x="265429" y="966470"/>
                  </a:moveTo>
                  <a:cubicBezTo>
                    <a:pt x="270509" y="953770"/>
                    <a:pt x="273049" y="941070"/>
                    <a:pt x="274319" y="927100"/>
                  </a:cubicBezTo>
                  <a:lnTo>
                    <a:pt x="274319" y="762000"/>
                  </a:lnTo>
                  <a:lnTo>
                    <a:pt x="273049" y="762000"/>
                  </a:lnTo>
                  <a:lnTo>
                    <a:pt x="273049" y="369570"/>
                  </a:lnTo>
                  <a:cubicBezTo>
                    <a:pt x="269239" y="328930"/>
                    <a:pt x="217169" y="298450"/>
                    <a:pt x="184149" y="298450"/>
                  </a:cubicBezTo>
                  <a:lnTo>
                    <a:pt x="152399" y="298450"/>
                  </a:lnTo>
                  <a:cubicBezTo>
                    <a:pt x="102869" y="298450"/>
                    <a:pt x="63499" y="337820"/>
                    <a:pt x="63499" y="387350"/>
                  </a:cubicBezTo>
                  <a:lnTo>
                    <a:pt x="63499" y="852170"/>
                  </a:lnTo>
                  <a:lnTo>
                    <a:pt x="97789" y="852170"/>
                  </a:lnTo>
                  <a:lnTo>
                    <a:pt x="97789" y="387350"/>
                  </a:lnTo>
                  <a:cubicBezTo>
                    <a:pt x="97789" y="356870"/>
                    <a:pt x="121919" y="332740"/>
                    <a:pt x="152399" y="332740"/>
                  </a:cubicBezTo>
                  <a:lnTo>
                    <a:pt x="184149" y="332740"/>
                  </a:lnTo>
                  <a:cubicBezTo>
                    <a:pt x="210819" y="332740"/>
                    <a:pt x="237489" y="360680"/>
                    <a:pt x="238759" y="378460"/>
                  </a:cubicBezTo>
                  <a:lnTo>
                    <a:pt x="238759" y="924560"/>
                  </a:lnTo>
                  <a:cubicBezTo>
                    <a:pt x="238759" y="988060"/>
                    <a:pt x="184149" y="1010920"/>
                    <a:pt x="151129" y="1010920"/>
                  </a:cubicBezTo>
                  <a:lnTo>
                    <a:pt x="151129" y="1012190"/>
                  </a:lnTo>
                  <a:lnTo>
                    <a:pt x="109219" y="1012190"/>
                  </a:lnTo>
                  <a:cubicBezTo>
                    <a:pt x="62229" y="1012190"/>
                    <a:pt x="35559" y="974090"/>
                    <a:pt x="35559" y="927100"/>
                  </a:cubicBezTo>
                  <a:lnTo>
                    <a:pt x="35559" y="118110"/>
                  </a:lnTo>
                  <a:cubicBezTo>
                    <a:pt x="35559" y="71120"/>
                    <a:pt x="73659" y="33020"/>
                    <a:pt x="120649" y="33020"/>
                  </a:cubicBezTo>
                  <a:lnTo>
                    <a:pt x="161290" y="33020"/>
                  </a:lnTo>
                  <a:cubicBezTo>
                    <a:pt x="208280" y="33020"/>
                    <a:pt x="233680" y="74930"/>
                    <a:pt x="233680" y="121920"/>
                  </a:cubicBezTo>
                  <a:lnTo>
                    <a:pt x="233680" y="172720"/>
                  </a:lnTo>
                  <a:lnTo>
                    <a:pt x="265430" y="172720"/>
                  </a:lnTo>
                  <a:lnTo>
                    <a:pt x="266700" y="121920"/>
                  </a:lnTo>
                  <a:cubicBezTo>
                    <a:pt x="266700" y="57150"/>
                    <a:pt x="226060" y="0"/>
                    <a:pt x="160020" y="0"/>
                  </a:cubicBezTo>
                  <a:lnTo>
                    <a:pt x="119380" y="0"/>
                  </a:lnTo>
                  <a:cubicBezTo>
                    <a:pt x="53340" y="0"/>
                    <a:pt x="0" y="53340"/>
                    <a:pt x="0" y="119380"/>
                  </a:cubicBezTo>
                  <a:lnTo>
                    <a:pt x="0" y="925830"/>
                  </a:lnTo>
                  <a:cubicBezTo>
                    <a:pt x="0" y="991870"/>
                    <a:pt x="41910" y="1045210"/>
                    <a:pt x="107950" y="1045210"/>
                  </a:cubicBezTo>
                  <a:lnTo>
                    <a:pt x="152400" y="1045210"/>
                  </a:lnTo>
                  <a:cubicBezTo>
                    <a:pt x="181610" y="1045210"/>
                    <a:pt x="208280" y="1035050"/>
                    <a:pt x="228600" y="1017270"/>
                  </a:cubicBezTo>
                  <a:cubicBezTo>
                    <a:pt x="242570" y="1005840"/>
                    <a:pt x="254000" y="991870"/>
                    <a:pt x="261620" y="974090"/>
                  </a:cubicBezTo>
                  <a:cubicBezTo>
                    <a:pt x="262890" y="972820"/>
                    <a:pt x="262890" y="970280"/>
                    <a:pt x="264160" y="969010"/>
                  </a:cubicBezTo>
                  <a:cubicBezTo>
                    <a:pt x="265430" y="969010"/>
                    <a:pt x="265430" y="967740"/>
                    <a:pt x="265430" y="966470"/>
                  </a:cubicBezTo>
                  <a:close/>
                </a:path>
              </a:pathLst>
            </a:custGeom>
            <a:solidFill>
              <a:srgbClr val="A99D9D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3415028" y="15240"/>
              <a:ext cx="266700" cy="1032510"/>
            </a:xfrm>
            <a:custGeom>
              <a:avLst/>
              <a:gdLst/>
              <a:ahLst/>
              <a:cxnLst/>
              <a:rect r="r" b="b" t="t" l="l"/>
              <a:pathLst>
                <a:path h="1032510" w="266700">
                  <a:moveTo>
                    <a:pt x="261622" y="749300"/>
                  </a:moveTo>
                  <a:lnTo>
                    <a:pt x="261622" y="723900"/>
                  </a:lnTo>
                  <a:cubicBezTo>
                    <a:pt x="259082" y="598170"/>
                    <a:pt x="257812" y="490220"/>
                    <a:pt x="256542" y="364490"/>
                  </a:cubicBezTo>
                  <a:lnTo>
                    <a:pt x="256542" y="358140"/>
                  </a:lnTo>
                  <a:lnTo>
                    <a:pt x="252732" y="359410"/>
                  </a:lnTo>
                  <a:lnTo>
                    <a:pt x="252732" y="364490"/>
                  </a:lnTo>
                  <a:lnTo>
                    <a:pt x="250192" y="521970"/>
                  </a:lnTo>
                  <a:lnTo>
                    <a:pt x="246382" y="695960"/>
                  </a:lnTo>
                  <a:lnTo>
                    <a:pt x="245112" y="745490"/>
                  </a:lnTo>
                  <a:lnTo>
                    <a:pt x="245112" y="750570"/>
                  </a:lnTo>
                  <a:lnTo>
                    <a:pt x="242572" y="872490"/>
                  </a:lnTo>
                  <a:cubicBezTo>
                    <a:pt x="242572" y="887730"/>
                    <a:pt x="242572" y="901700"/>
                    <a:pt x="241302" y="916940"/>
                  </a:cubicBezTo>
                  <a:cubicBezTo>
                    <a:pt x="240032" y="927100"/>
                    <a:pt x="238762" y="935990"/>
                    <a:pt x="234952" y="944880"/>
                  </a:cubicBezTo>
                  <a:cubicBezTo>
                    <a:pt x="232412" y="949960"/>
                    <a:pt x="231142" y="955040"/>
                    <a:pt x="227332" y="960120"/>
                  </a:cubicBezTo>
                  <a:cubicBezTo>
                    <a:pt x="218442" y="972820"/>
                    <a:pt x="207012" y="982980"/>
                    <a:pt x="193042" y="989330"/>
                  </a:cubicBezTo>
                  <a:cubicBezTo>
                    <a:pt x="182882" y="994410"/>
                    <a:pt x="162562" y="1000760"/>
                    <a:pt x="148592" y="1003300"/>
                  </a:cubicBezTo>
                  <a:lnTo>
                    <a:pt x="104142" y="1003300"/>
                  </a:lnTo>
                  <a:lnTo>
                    <a:pt x="90172" y="1002030"/>
                  </a:lnTo>
                  <a:cubicBezTo>
                    <a:pt x="85092" y="1000760"/>
                    <a:pt x="81281" y="999490"/>
                    <a:pt x="76202" y="998220"/>
                  </a:cubicBezTo>
                  <a:cubicBezTo>
                    <a:pt x="58422" y="991870"/>
                    <a:pt x="53342" y="980440"/>
                    <a:pt x="41911" y="963930"/>
                  </a:cubicBezTo>
                  <a:cubicBezTo>
                    <a:pt x="36831" y="955040"/>
                    <a:pt x="31752" y="947420"/>
                    <a:pt x="29211" y="937260"/>
                  </a:cubicBezTo>
                  <a:lnTo>
                    <a:pt x="26671" y="929640"/>
                  </a:lnTo>
                  <a:cubicBezTo>
                    <a:pt x="26671" y="927100"/>
                    <a:pt x="26671" y="925830"/>
                    <a:pt x="25401" y="923290"/>
                  </a:cubicBezTo>
                  <a:lnTo>
                    <a:pt x="24131" y="916940"/>
                  </a:lnTo>
                  <a:lnTo>
                    <a:pt x="24131" y="909320"/>
                  </a:lnTo>
                  <a:lnTo>
                    <a:pt x="22861" y="855980"/>
                  </a:lnTo>
                  <a:lnTo>
                    <a:pt x="21591" y="749300"/>
                  </a:lnTo>
                  <a:lnTo>
                    <a:pt x="17781" y="537210"/>
                  </a:lnTo>
                  <a:cubicBezTo>
                    <a:pt x="16511" y="466090"/>
                    <a:pt x="15241" y="394970"/>
                    <a:pt x="15241" y="325120"/>
                  </a:cubicBezTo>
                  <a:cubicBezTo>
                    <a:pt x="13971" y="254000"/>
                    <a:pt x="13971" y="182880"/>
                    <a:pt x="13971" y="111760"/>
                  </a:cubicBezTo>
                  <a:cubicBezTo>
                    <a:pt x="13971" y="104140"/>
                    <a:pt x="15241" y="91440"/>
                    <a:pt x="16511" y="81280"/>
                  </a:cubicBezTo>
                  <a:lnTo>
                    <a:pt x="21591" y="66040"/>
                  </a:lnTo>
                  <a:cubicBezTo>
                    <a:pt x="22861" y="60960"/>
                    <a:pt x="26671" y="55880"/>
                    <a:pt x="29211" y="52070"/>
                  </a:cubicBezTo>
                  <a:cubicBezTo>
                    <a:pt x="40641" y="33020"/>
                    <a:pt x="57151" y="17780"/>
                    <a:pt x="76201" y="8890"/>
                  </a:cubicBezTo>
                  <a:cubicBezTo>
                    <a:pt x="86361" y="5080"/>
                    <a:pt x="100331" y="1270"/>
                    <a:pt x="107951" y="1270"/>
                  </a:cubicBezTo>
                  <a:lnTo>
                    <a:pt x="114301" y="0"/>
                  </a:lnTo>
                  <a:lnTo>
                    <a:pt x="156211" y="0"/>
                  </a:lnTo>
                  <a:lnTo>
                    <a:pt x="109221" y="0"/>
                  </a:lnTo>
                  <a:cubicBezTo>
                    <a:pt x="95251" y="1270"/>
                    <a:pt x="81281" y="5080"/>
                    <a:pt x="68581" y="11430"/>
                  </a:cubicBezTo>
                  <a:cubicBezTo>
                    <a:pt x="43181" y="24130"/>
                    <a:pt x="22861" y="49530"/>
                    <a:pt x="15241" y="77470"/>
                  </a:cubicBezTo>
                  <a:cubicBezTo>
                    <a:pt x="11431" y="91440"/>
                    <a:pt x="11431" y="106680"/>
                    <a:pt x="10161" y="123190"/>
                  </a:cubicBezTo>
                  <a:lnTo>
                    <a:pt x="8891" y="171450"/>
                  </a:lnTo>
                  <a:lnTo>
                    <a:pt x="6350" y="365760"/>
                  </a:lnTo>
                  <a:cubicBezTo>
                    <a:pt x="5080" y="495300"/>
                    <a:pt x="1270" y="624840"/>
                    <a:pt x="1270" y="755650"/>
                  </a:cubicBezTo>
                  <a:lnTo>
                    <a:pt x="0" y="853440"/>
                  </a:lnTo>
                  <a:lnTo>
                    <a:pt x="0" y="901700"/>
                  </a:lnTo>
                  <a:cubicBezTo>
                    <a:pt x="0" y="918210"/>
                    <a:pt x="0" y="934720"/>
                    <a:pt x="6350" y="949960"/>
                  </a:cubicBezTo>
                  <a:cubicBezTo>
                    <a:pt x="16510" y="980440"/>
                    <a:pt x="27941" y="1007110"/>
                    <a:pt x="57150" y="1021080"/>
                  </a:cubicBezTo>
                  <a:cubicBezTo>
                    <a:pt x="71120" y="1027430"/>
                    <a:pt x="87630" y="1031240"/>
                    <a:pt x="104141" y="1032510"/>
                  </a:cubicBezTo>
                  <a:lnTo>
                    <a:pt x="151131" y="1032510"/>
                  </a:lnTo>
                  <a:cubicBezTo>
                    <a:pt x="182881" y="1031240"/>
                    <a:pt x="213361" y="1017270"/>
                    <a:pt x="234951" y="995680"/>
                  </a:cubicBezTo>
                  <a:cubicBezTo>
                    <a:pt x="246381" y="985520"/>
                    <a:pt x="254001" y="971550"/>
                    <a:pt x="259081" y="957580"/>
                  </a:cubicBezTo>
                  <a:cubicBezTo>
                    <a:pt x="264161" y="943610"/>
                    <a:pt x="266701" y="929640"/>
                    <a:pt x="266701" y="913130"/>
                  </a:cubicBezTo>
                  <a:lnTo>
                    <a:pt x="261621" y="749300"/>
                  </a:lnTo>
                  <a:close/>
                </a:path>
              </a:pathLst>
            </a:custGeom>
            <a:solidFill>
              <a:srgbClr val="E2DADA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625063" y="2326291"/>
            <a:ext cx="9443836" cy="1460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22"/>
              </a:lnSpc>
              <a:spcBef>
                <a:spcPct val="0"/>
              </a:spcBef>
            </a:pPr>
            <a:r>
              <a:rPr lang="en-US" sz="8516">
                <a:solidFill>
                  <a:srgbClr val="A82026"/>
                </a:solidFill>
                <a:latin typeface="Sigmar One"/>
                <a:ea typeface="Sigmar One"/>
                <a:cs typeface="Sigmar One"/>
                <a:sym typeface="Sigmar One"/>
              </a:rPr>
              <a:t>SẢN PHẨM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085416" y="4067547"/>
            <a:ext cx="8983483" cy="397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3771">
                <a:solidFill>
                  <a:srgbClr val="A32128"/>
                </a:solidFill>
                <a:latin typeface="Faustina"/>
                <a:ea typeface="Faustina"/>
                <a:cs typeface="Faustina"/>
                <a:sym typeface="Faustina"/>
              </a:rPr>
              <a:t>+Tên sản phẩm: Travel ShangHai.</a:t>
            </a:r>
          </a:p>
          <a:p>
            <a:pPr algn="ctr">
              <a:lnSpc>
                <a:spcPts val="5280"/>
              </a:lnSpc>
            </a:pPr>
            <a:r>
              <a:rPr lang="en-US" sz="3771">
                <a:solidFill>
                  <a:srgbClr val="A32128"/>
                </a:solidFill>
                <a:latin typeface="Faustina"/>
                <a:ea typeface="Faustina"/>
                <a:cs typeface="Faustina"/>
                <a:sym typeface="Faustina"/>
              </a:rPr>
              <a:t>+Nội dung sản phẩm: Nói về những thông tin địa điểm và ẩm thực nổi tiếng . </a:t>
            </a:r>
          </a:p>
          <a:p>
            <a:pPr algn="ctr">
              <a:lnSpc>
                <a:spcPts val="5280"/>
              </a:lnSpc>
            </a:pPr>
            <a:r>
              <a:rPr lang="en-US" sz="3771">
                <a:solidFill>
                  <a:srgbClr val="A32128"/>
                </a:solidFill>
                <a:latin typeface="Faustina"/>
                <a:ea typeface="Faustina"/>
                <a:cs typeface="Faustina"/>
                <a:sym typeface="Faustina"/>
              </a:rPr>
              <a:t>+ Em làm sản phẩm này là vì khóa trước em đã thiết kế sản phẩm Travel ShangHai này .</a:t>
            </a:r>
          </a:p>
          <a:p>
            <a:pPr algn="ctr">
              <a:lnSpc>
                <a:spcPts val="52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43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493839" y="-343177"/>
            <a:ext cx="5886140" cy="5864067"/>
          </a:xfrm>
          <a:custGeom>
            <a:avLst/>
            <a:gdLst/>
            <a:ahLst/>
            <a:cxnLst/>
            <a:rect r="r" b="b" t="t" l="l"/>
            <a:pathLst>
              <a:path h="5864067" w="5886140">
                <a:moveTo>
                  <a:pt x="0" y="0"/>
                </a:moveTo>
                <a:lnTo>
                  <a:pt x="5886140" y="0"/>
                </a:lnTo>
                <a:lnTo>
                  <a:pt x="5886140" y="5864067"/>
                </a:lnTo>
                <a:lnTo>
                  <a:pt x="0" y="58640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-176902">
            <a:off x="1686660" y="3554614"/>
            <a:ext cx="5076160" cy="5076160"/>
            <a:chOff x="0" y="0"/>
            <a:chExt cx="14187043" cy="141870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187043" cy="14187043"/>
            </a:xfrm>
            <a:custGeom>
              <a:avLst/>
              <a:gdLst/>
              <a:ahLst/>
              <a:cxnLst/>
              <a:rect r="r" b="b" t="t" l="l"/>
              <a:pathLst>
                <a:path h="14187043" w="14187043">
                  <a:moveTo>
                    <a:pt x="14187043" y="14187043"/>
                  </a:moveTo>
                  <a:lnTo>
                    <a:pt x="0" y="14187043"/>
                  </a:lnTo>
                  <a:lnTo>
                    <a:pt x="0" y="0"/>
                  </a:lnTo>
                  <a:lnTo>
                    <a:pt x="14187043" y="0"/>
                  </a:lnTo>
                  <a:lnTo>
                    <a:pt x="14187043" y="14187043"/>
                  </a:lnTo>
                  <a:close/>
                </a:path>
              </a:pathLst>
            </a:custGeom>
            <a:blipFill>
              <a:blip r:embed="rId5"/>
              <a:stretch>
                <a:fillRect l="-21243" t="0" r="-21243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187043" cy="14187043"/>
            </a:xfrm>
            <a:custGeom>
              <a:avLst/>
              <a:gdLst/>
              <a:ahLst/>
              <a:cxnLst/>
              <a:rect r="r" b="b" t="t" l="l"/>
              <a:pathLst>
                <a:path h="14187043" w="14187043">
                  <a:moveTo>
                    <a:pt x="14187043" y="14187043"/>
                  </a:moveTo>
                  <a:lnTo>
                    <a:pt x="0" y="14187043"/>
                  </a:lnTo>
                  <a:lnTo>
                    <a:pt x="0" y="0"/>
                  </a:lnTo>
                  <a:lnTo>
                    <a:pt x="14187043" y="0"/>
                  </a:lnTo>
                  <a:lnTo>
                    <a:pt x="14187043" y="14187043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6932761" y="3674281"/>
            <a:ext cx="4636680" cy="4636680"/>
            <a:chOff x="0" y="0"/>
            <a:chExt cx="14187043" cy="141870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187043" cy="14187043"/>
            </a:xfrm>
            <a:custGeom>
              <a:avLst/>
              <a:gdLst/>
              <a:ahLst/>
              <a:cxnLst/>
              <a:rect r="r" b="b" t="t" l="l"/>
              <a:pathLst>
                <a:path h="14187043" w="14187043">
                  <a:moveTo>
                    <a:pt x="14187043" y="14187043"/>
                  </a:moveTo>
                  <a:lnTo>
                    <a:pt x="0" y="14187043"/>
                  </a:lnTo>
                  <a:lnTo>
                    <a:pt x="0" y="0"/>
                  </a:lnTo>
                  <a:lnTo>
                    <a:pt x="14187043" y="0"/>
                  </a:lnTo>
                  <a:lnTo>
                    <a:pt x="14187043" y="14187043"/>
                  </a:lnTo>
                  <a:close/>
                </a:path>
              </a:pathLst>
            </a:custGeom>
            <a:blipFill>
              <a:blip r:embed="rId7"/>
              <a:stretch>
                <a:fillRect l="-13364" t="0" r="-13364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187043" cy="14187043"/>
            </a:xfrm>
            <a:custGeom>
              <a:avLst/>
              <a:gdLst/>
              <a:ahLst/>
              <a:cxnLst/>
              <a:rect r="r" b="b" t="t" l="l"/>
              <a:pathLst>
                <a:path h="14187043" w="14187043">
                  <a:moveTo>
                    <a:pt x="14187043" y="14187043"/>
                  </a:moveTo>
                  <a:lnTo>
                    <a:pt x="0" y="14187043"/>
                  </a:lnTo>
                  <a:lnTo>
                    <a:pt x="0" y="0"/>
                  </a:lnTo>
                  <a:lnTo>
                    <a:pt x="14187043" y="0"/>
                  </a:lnTo>
                  <a:lnTo>
                    <a:pt x="14187043" y="14187043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213582">
            <a:off x="11720808" y="3811819"/>
            <a:ext cx="4572457" cy="4572457"/>
            <a:chOff x="0" y="0"/>
            <a:chExt cx="14187043" cy="141870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187043" cy="14187043"/>
            </a:xfrm>
            <a:custGeom>
              <a:avLst/>
              <a:gdLst/>
              <a:ahLst/>
              <a:cxnLst/>
              <a:rect r="r" b="b" t="t" l="l"/>
              <a:pathLst>
                <a:path h="14187043" w="14187043">
                  <a:moveTo>
                    <a:pt x="14187043" y="14187043"/>
                  </a:moveTo>
                  <a:lnTo>
                    <a:pt x="0" y="14187043"/>
                  </a:lnTo>
                  <a:lnTo>
                    <a:pt x="0" y="0"/>
                  </a:lnTo>
                  <a:lnTo>
                    <a:pt x="14187043" y="0"/>
                  </a:lnTo>
                  <a:lnTo>
                    <a:pt x="14187043" y="14187043"/>
                  </a:lnTo>
                  <a:close/>
                </a:path>
              </a:pathLst>
            </a:custGeom>
            <a:blipFill>
              <a:blip r:embed="rId8"/>
              <a:stretch>
                <a:fillRect l="-22178" t="0" r="-22178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187043" cy="14187043"/>
            </a:xfrm>
            <a:custGeom>
              <a:avLst/>
              <a:gdLst/>
              <a:ahLst/>
              <a:cxnLst/>
              <a:rect r="r" b="b" t="t" l="l"/>
              <a:pathLst>
                <a:path h="14187043" w="14187043">
                  <a:moveTo>
                    <a:pt x="14187043" y="14187043"/>
                  </a:moveTo>
                  <a:lnTo>
                    <a:pt x="0" y="14187043"/>
                  </a:lnTo>
                  <a:lnTo>
                    <a:pt x="0" y="0"/>
                  </a:lnTo>
                  <a:lnTo>
                    <a:pt x="14187043" y="0"/>
                  </a:lnTo>
                  <a:lnTo>
                    <a:pt x="14187043" y="14187043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-1600819">
            <a:off x="1064492" y="3729800"/>
            <a:ext cx="2003544" cy="566001"/>
          </a:xfrm>
          <a:custGeom>
            <a:avLst/>
            <a:gdLst/>
            <a:ahLst/>
            <a:cxnLst/>
            <a:rect r="r" b="b" t="t" l="l"/>
            <a:pathLst>
              <a:path h="566001" w="2003544">
                <a:moveTo>
                  <a:pt x="0" y="0"/>
                </a:moveTo>
                <a:lnTo>
                  <a:pt x="2003543" y="0"/>
                </a:lnTo>
                <a:lnTo>
                  <a:pt x="2003543" y="566001"/>
                </a:lnTo>
                <a:lnTo>
                  <a:pt x="0" y="5660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2517397">
            <a:off x="10045348" y="3744582"/>
            <a:ext cx="1968578" cy="536437"/>
          </a:xfrm>
          <a:custGeom>
            <a:avLst/>
            <a:gdLst/>
            <a:ahLst/>
            <a:cxnLst/>
            <a:rect r="r" b="b" t="t" l="l"/>
            <a:pathLst>
              <a:path h="536437" w="1968578">
                <a:moveTo>
                  <a:pt x="0" y="0"/>
                </a:moveTo>
                <a:lnTo>
                  <a:pt x="1968577" y="0"/>
                </a:lnTo>
                <a:lnTo>
                  <a:pt x="1968577" y="536437"/>
                </a:lnTo>
                <a:lnTo>
                  <a:pt x="0" y="53643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135000">
            <a:off x="13351048" y="3710842"/>
            <a:ext cx="1872905" cy="529096"/>
          </a:xfrm>
          <a:custGeom>
            <a:avLst/>
            <a:gdLst/>
            <a:ahLst/>
            <a:cxnLst/>
            <a:rect r="r" b="b" t="t" l="l"/>
            <a:pathLst>
              <a:path h="529096" w="1872905">
                <a:moveTo>
                  <a:pt x="0" y="0"/>
                </a:moveTo>
                <a:lnTo>
                  <a:pt x="1872904" y="0"/>
                </a:lnTo>
                <a:lnTo>
                  <a:pt x="1872904" y="529095"/>
                </a:lnTo>
                <a:lnTo>
                  <a:pt x="0" y="5290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-637800" y="-1074455"/>
            <a:ext cx="5408127" cy="5387847"/>
          </a:xfrm>
          <a:custGeom>
            <a:avLst/>
            <a:gdLst/>
            <a:ahLst/>
            <a:cxnLst/>
            <a:rect r="r" b="b" t="t" l="l"/>
            <a:pathLst>
              <a:path h="5387847" w="5408127">
                <a:moveTo>
                  <a:pt x="5408127" y="0"/>
                </a:moveTo>
                <a:lnTo>
                  <a:pt x="0" y="0"/>
                </a:lnTo>
                <a:lnTo>
                  <a:pt x="0" y="5387847"/>
                </a:lnTo>
                <a:lnTo>
                  <a:pt x="5408127" y="5387847"/>
                </a:lnTo>
                <a:lnTo>
                  <a:pt x="5408127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683493" y="1476593"/>
            <a:ext cx="6767302" cy="1269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9"/>
              </a:lnSpc>
              <a:spcBef>
                <a:spcPct val="0"/>
              </a:spcBef>
            </a:pPr>
            <a:r>
              <a:rPr lang="en-US" sz="7399">
                <a:solidFill>
                  <a:srgbClr val="A82026"/>
                </a:solidFill>
                <a:latin typeface="Sigmar One"/>
                <a:ea typeface="Sigmar One"/>
                <a:cs typeface="Sigmar One"/>
                <a:sym typeface="Sigmar One"/>
              </a:rPr>
              <a:t>HÌNH ẢNH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43000" y="0"/>
            <a:ext cx="20574000" cy="10287000"/>
            <a:chOff x="0" y="0"/>
            <a:chExt cx="27432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7160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246705" y="0"/>
            <a:ext cx="3562076" cy="4363953"/>
          </a:xfrm>
          <a:custGeom>
            <a:avLst/>
            <a:gdLst/>
            <a:ahLst/>
            <a:cxnLst/>
            <a:rect r="r" b="b" t="t" l="l"/>
            <a:pathLst>
              <a:path h="4363953" w="3562076">
                <a:moveTo>
                  <a:pt x="0" y="0"/>
                </a:moveTo>
                <a:lnTo>
                  <a:pt x="3562076" y="0"/>
                </a:lnTo>
                <a:lnTo>
                  <a:pt x="3562076" y="4363953"/>
                </a:lnTo>
                <a:lnTo>
                  <a:pt x="0" y="43639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558196" y="1295995"/>
            <a:ext cx="6682493" cy="2263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40"/>
              </a:lnSpc>
              <a:spcBef>
                <a:spcPct val="0"/>
              </a:spcBef>
            </a:pPr>
            <a:r>
              <a:rPr lang="en-US" sz="6529">
                <a:solidFill>
                  <a:srgbClr val="A82026"/>
                </a:solidFill>
                <a:latin typeface="Paytone One"/>
                <a:ea typeface="Paytone One"/>
                <a:cs typeface="Paytone One"/>
                <a:sym typeface="Paytone One"/>
              </a:rPr>
              <a:t>QUÁ TRÌNH LÀM SẢN PHẨM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-1143000" y="-239928"/>
            <a:ext cx="5403692" cy="5383428"/>
          </a:xfrm>
          <a:custGeom>
            <a:avLst/>
            <a:gdLst/>
            <a:ahLst/>
            <a:cxnLst/>
            <a:rect r="r" b="b" t="t" l="l"/>
            <a:pathLst>
              <a:path h="5383428" w="5403692">
                <a:moveTo>
                  <a:pt x="5403692" y="0"/>
                </a:moveTo>
                <a:lnTo>
                  <a:pt x="0" y="0"/>
                </a:lnTo>
                <a:lnTo>
                  <a:pt x="0" y="5383428"/>
                </a:lnTo>
                <a:lnTo>
                  <a:pt x="5403692" y="5383428"/>
                </a:lnTo>
                <a:lnTo>
                  <a:pt x="5403692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14968" y="-858866"/>
            <a:ext cx="4116032" cy="4100597"/>
          </a:xfrm>
          <a:custGeom>
            <a:avLst/>
            <a:gdLst/>
            <a:ahLst/>
            <a:cxnLst/>
            <a:rect r="r" b="b" t="t" l="l"/>
            <a:pathLst>
              <a:path h="4100597" w="4116032">
                <a:moveTo>
                  <a:pt x="0" y="0"/>
                </a:moveTo>
                <a:lnTo>
                  <a:pt x="4116032" y="0"/>
                </a:lnTo>
                <a:lnTo>
                  <a:pt x="4116032" y="4100597"/>
                </a:lnTo>
                <a:lnTo>
                  <a:pt x="0" y="41005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058652" y="8371996"/>
            <a:ext cx="4487727" cy="2839060"/>
          </a:xfrm>
          <a:custGeom>
            <a:avLst/>
            <a:gdLst/>
            <a:ahLst/>
            <a:cxnLst/>
            <a:rect r="r" b="b" t="t" l="l"/>
            <a:pathLst>
              <a:path h="2839060" w="4487727">
                <a:moveTo>
                  <a:pt x="0" y="0"/>
                </a:moveTo>
                <a:lnTo>
                  <a:pt x="4487727" y="0"/>
                </a:lnTo>
                <a:lnTo>
                  <a:pt x="4487727" y="2839060"/>
                </a:lnTo>
                <a:lnTo>
                  <a:pt x="0" y="28390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1869" y="3492690"/>
            <a:ext cx="7131741" cy="5417152"/>
          </a:xfrm>
          <a:custGeom>
            <a:avLst/>
            <a:gdLst/>
            <a:ahLst/>
            <a:cxnLst/>
            <a:rect r="r" b="b" t="t" l="l"/>
            <a:pathLst>
              <a:path h="5417152" w="7131741">
                <a:moveTo>
                  <a:pt x="0" y="0"/>
                </a:moveTo>
                <a:lnTo>
                  <a:pt x="7131742" y="0"/>
                </a:lnTo>
                <a:lnTo>
                  <a:pt x="7131742" y="5417151"/>
                </a:lnTo>
                <a:lnTo>
                  <a:pt x="0" y="54171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016475" y="3907005"/>
            <a:ext cx="5298493" cy="913896"/>
            <a:chOff x="0" y="0"/>
            <a:chExt cx="1395488" cy="2406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95488" cy="240697"/>
            </a:xfrm>
            <a:custGeom>
              <a:avLst/>
              <a:gdLst/>
              <a:ahLst/>
              <a:cxnLst/>
              <a:rect r="r" b="b" t="t" l="l"/>
              <a:pathLst>
                <a:path h="240697" w="1395488">
                  <a:moveTo>
                    <a:pt x="24840" y="0"/>
                  </a:moveTo>
                  <a:lnTo>
                    <a:pt x="1370648" y="0"/>
                  </a:lnTo>
                  <a:cubicBezTo>
                    <a:pt x="1377236" y="0"/>
                    <a:pt x="1383554" y="2617"/>
                    <a:pt x="1388212" y="7275"/>
                  </a:cubicBezTo>
                  <a:cubicBezTo>
                    <a:pt x="1392871" y="11934"/>
                    <a:pt x="1395488" y="18252"/>
                    <a:pt x="1395488" y="24840"/>
                  </a:cubicBezTo>
                  <a:lnTo>
                    <a:pt x="1395488" y="215857"/>
                  </a:lnTo>
                  <a:cubicBezTo>
                    <a:pt x="1395488" y="222445"/>
                    <a:pt x="1392871" y="228763"/>
                    <a:pt x="1388212" y="233421"/>
                  </a:cubicBezTo>
                  <a:cubicBezTo>
                    <a:pt x="1383554" y="238080"/>
                    <a:pt x="1377236" y="240697"/>
                    <a:pt x="1370648" y="240697"/>
                  </a:cubicBezTo>
                  <a:lnTo>
                    <a:pt x="24840" y="240697"/>
                  </a:lnTo>
                  <a:cubicBezTo>
                    <a:pt x="18252" y="240697"/>
                    <a:pt x="11934" y="238080"/>
                    <a:pt x="7275" y="233421"/>
                  </a:cubicBezTo>
                  <a:cubicBezTo>
                    <a:pt x="2617" y="228763"/>
                    <a:pt x="0" y="222445"/>
                    <a:pt x="0" y="215857"/>
                  </a:cubicBezTo>
                  <a:lnTo>
                    <a:pt x="0" y="24840"/>
                  </a:lnTo>
                  <a:cubicBezTo>
                    <a:pt x="0" y="18252"/>
                    <a:pt x="2617" y="11934"/>
                    <a:pt x="7275" y="7275"/>
                  </a:cubicBezTo>
                  <a:cubicBezTo>
                    <a:pt x="11934" y="2617"/>
                    <a:pt x="18252" y="0"/>
                    <a:pt x="24840" y="0"/>
                  </a:cubicBezTo>
                  <a:close/>
                </a:path>
              </a:pathLst>
            </a:custGeom>
            <a:solidFill>
              <a:srgbClr val="A8202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395488" cy="307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  <a:r>
                <a:rPr lang="en-US" sz="3499">
                  <a:solidFill>
                    <a:srgbClr val="FCF1D4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Lên ý tưởng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016475" y="5394891"/>
            <a:ext cx="5298493" cy="913896"/>
            <a:chOff x="0" y="0"/>
            <a:chExt cx="1395488" cy="2406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95488" cy="240697"/>
            </a:xfrm>
            <a:custGeom>
              <a:avLst/>
              <a:gdLst/>
              <a:ahLst/>
              <a:cxnLst/>
              <a:rect r="r" b="b" t="t" l="l"/>
              <a:pathLst>
                <a:path h="240697" w="1395488">
                  <a:moveTo>
                    <a:pt x="24840" y="0"/>
                  </a:moveTo>
                  <a:lnTo>
                    <a:pt x="1370648" y="0"/>
                  </a:lnTo>
                  <a:cubicBezTo>
                    <a:pt x="1377236" y="0"/>
                    <a:pt x="1383554" y="2617"/>
                    <a:pt x="1388212" y="7275"/>
                  </a:cubicBezTo>
                  <a:cubicBezTo>
                    <a:pt x="1392871" y="11934"/>
                    <a:pt x="1395488" y="18252"/>
                    <a:pt x="1395488" y="24840"/>
                  </a:cubicBezTo>
                  <a:lnTo>
                    <a:pt x="1395488" y="215857"/>
                  </a:lnTo>
                  <a:cubicBezTo>
                    <a:pt x="1395488" y="222445"/>
                    <a:pt x="1392871" y="228763"/>
                    <a:pt x="1388212" y="233421"/>
                  </a:cubicBezTo>
                  <a:cubicBezTo>
                    <a:pt x="1383554" y="238080"/>
                    <a:pt x="1377236" y="240697"/>
                    <a:pt x="1370648" y="240697"/>
                  </a:cubicBezTo>
                  <a:lnTo>
                    <a:pt x="24840" y="240697"/>
                  </a:lnTo>
                  <a:cubicBezTo>
                    <a:pt x="18252" y="240697"/>
                    <a:pt x="11934" y="238080"/>
                    <a:pt x="7275" y="233421"/>
                  </a:cubicBezTo>
                  <a:cubicBezTo>
                    <a:pt x="2617" y="228763"/>
                    <a:pt x="0" y="222445"/>
                    <a:pt x="0" y="215857"/>
                  </a:cubicBezTo>
                  <a:lnTo>
                    <a:pt x="0" y="24840"/>
                  </a:lnTo>
                  <a:cubicBezTo>
                    <a:pt x="0" y="18252"/>
                    <a:pt x="2617" y="11934"/>
                    <a:pt x="7275" y="7275"/>
                  </a:cubicBezTo>
                  <a:cubicBezTo>
                    <a:pt x="11934" y="2617"/>
                    <a:pt x="18252" y="0"/>
                    <a:pt x="24840" y="0"/>
                  </a:cubicBezTo>
                  <a:close/>
                </a:path>
              </a:pathLst>
            </a:custGeom>
            <a:solidFill>
              <a:srgbClr val="A3212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395488" cy="307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CF1D4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Tìm kiếm hình ảnh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016475" y="6706877"/>
            <a:ext cx="5298493" cy="913896"/>
            <a:chOff x="0" y="0"/>
            <a:chExt cx="1395488" cy="24069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95488" cy="240697"/>
            </a:xfrm>
            <a:custGeom>
              <a:avLst/>
              <a:gdLst/>
              <a:ahLst/>
              <a:cxnLst/>
              <a:rect r="r" b="b" t="t" l="l"/>
              <a:pathLst>
                <a:path h="240697" w="1395488">
                  <a:moveTo>
                    <a:pt x="24840" y="0"/>
                  </a:moveTo>
                  <a:lnTo>
                    <a:pt x="1370648" y="0"/>
                  </a:lnTo>
                  <a:cubicBezTo>
                    <a:pt x="1377236" y="0"/>
                    <a:pt x="1383554" y="2617"/>
                    <a:pt x="1388212" y="7275"/>
                  </a:cubicBezTo>
                  <a:cubicBezTo>
                    <a:pt x="1392871" y="11934"/>
                    <a:pt x="1395488" y="18252"/>
                    <a:pt x="1395488" y="24840"/>
                  </a:cubicBezTo>
                  <a:lnTo>
                    <a:pt x="1395488" y="215857"/>
                  </a:lnTo>
                  <a:cubicBezTo>
                    <a:pt x="1395488" y="222445"/>
                    <a:pt x="1392871" y="228763"/>
                    <a:pt x="1388212" y="233421"/>
                  </a:cubicBezTo>
                  <a:cubicBezTo>
                    <a:pt x="1383554" y="238080"/>
                    <a:pt x="1377236" y="240697"/>
                    <a:pt x="1370648" y="240697"/>
                  </a:cubicBezTo>
                  <a:lnTo>
                    <a:pt x="24840" y="240697"/>
                  </a:lnTo>
                  <a:cubicBezTo>
                    <a:pt x="18252" y="240697"/>
                    <a:pt x="11934" y="238080"/>
                    <a:pt x="7275" y="233421"/>
                  </a:cubicBezTo>
                  <a:cubicBezTo>
                    <a:pt x="2617" y="228763"/>
                    <a:pt x="0" y="222445"/>
                    <a:pt x="0" y="215857"/>
                  </a:cubicBezTo>
                  <a:lnTo>
                    <a:pt x="0" y="24840"/>
                  </a:lnTo>
                  <a:cubicBezTo>
                    <a:pt x="0" y="18252"/>
                    <a:pt x="2617" y="11934"/>
                    <a:pt x="7275" y="7275"/>
                  </a:cubicBezTo>
                  <a:cubicBezTo>
                    <a:pt x="11934" y="2617"/>
                    <a:pt x="18252" y="0"/>
                    <a:pt x="24840" y="0"/>
                  </a:cubicBezTo>
                  <a:close/>
                </a:path>
              </a:pathLst>
            </a:custGeom>
            <a:solidFill>
              <a:srgbClr val="A3212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395488" cy="307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  <a:r>
                <a:rPr lang="en-US" sz="3499">
                  <a:solidFill>
                    <a:srgbClr val="FCF1D4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Viết code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016475" y="8068448"/>
            <a:ext cx="5298493" cy="913896"/>
            <a:chOff x="0" y="0"/>
            <a:chExt cx="1395488" cy="24069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95488" cy="240697"/>
            </a:xfrm>
            <a:custGeom>
              <a:avLst/>
              <a:gdLst/>
              <a:ahLst/>
              <a:cxnLst/>
              <a:rect r="r" b="b" t="t" l="l"/>
              <a:pathLst>
                <a:path h="240697" w="1395488">
                  <a:moveTo>
                    <a:pt x="24840" y="0"/>
                  </a:moveTo>
                  <a:lnTo>
                    <a:pt x="1370648" y="0"/>
                  </a:lnTo>
                  <a:cubicBezTo>
                    <a:pt x="1377236" y="0"/>
                    <a:pt x="1383554" y="2617"/>
                    <a:pt x="1388212" y="7275"/>
                  </a:cubicBezTo>
                  <a:cubicBezTo>
                    <a:pt x="1392871" y="11934"/>
                    <a:pt x="1395488" y="18252"/>
                    <a:pt x="1395488" y="24840"/>
                  </a:cubicBezTo>
                  <a:lnTo>
                    <a:pt x="1395488" y="215857"/>
                  </a:lnTo>
                  <a:cubicBezTo>
                    <a:pt x="1395488" y="222445"/>
                    <a:pt x="1392871" y="228763"/>
                    <a:pt x="1388212" y="233421"/>
                  </a:cubicBezTo>
                  <a:cubicBezTo>
                    <a:pt x="1383554" y="238080"/>
                    <a:pt x="1377236" y="240697"/>
                    <a:pt x="1370648" y="240697"/>
                  </a:cubicBezTo>
                  <a:lnTo>
                    <a:pt x="24840" y="240697"/>
                  </a:lnTo>
                  <a:cubicBezTo>
                    <a:pt x="18252" y="240697"/>
                    <a:pt x="11934" y="238080"/>
                    <a:pt x="7275" y="233421"/>
                  </a:cubicBezTo>
                  <a:cubicBezTo>
                    <a:pt x="2617" y="228763"/>
                    <a:pt x="0" y="222445"/>
                    <a:pt x="0" y="215857"/>
                  </a:cubicBezTo>
                  <a:lnTo>
                    <a:pt x="0" y="24840"/>
                  </a:lnTo>
                  <a:cubicBezTo>
                    <a:pt x="0" y="18252"/>
                    <a:pt x="2617" y="11934"/>
                    <a:pt x="7275" y="7275"/>
                  </a:cubicBezTo>
                  <a:cubicBezTo>
                    <a:pt x="11934" y="2617"/>
                    <a:pt x="18252" y="0"/>
                    <a:pt x="24840" y="0"/>
                  </a:cubicBezTo>
                  <a:close/>
                </a:path>
              </a:pathLst>
            </a:custGeom>
            <a:solidFill>
              <a:srgbClr val="A3212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395488" cy="297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FCF1D4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Sửa lỗi và làm sai 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58196" y="3741112"/>
            <a:ext cx="1158478" cy="1158478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B58A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19"/>
                </a:lnSpc>
              </a:pPr>
              <a:r>
                <a:rPr lang="en-US" sz="37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58196" y="5223995"/>
            <a:ext cx="1158478" cy="1158478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B58A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459"/>
                </a:lnSpc>
              </a:pPr>
              <a:r>
                <a:rPr lang="en-US" sz="38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58196" y="6706323"/>
            <a:ext cx="1158478" cy="1158478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B58A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459"/>
                </a:lnSpc>
              </a:pPr>
              <a:r>
                <a:rPr lang="en-US" sz="38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558196" y="7946156"/>
            <a:ext cx="1158478" cy="1158478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B58A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19"/>
                </a:lnSpc>
              </a:pPr>
              <a:r>
                <a:rPr lang="en-US" sz="37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43000" y="0"/>
            <a:ext cx="20574000" cy="10287000"/>
            <a:chOff x="0" y="0"/>
            <a:chExt cx="27432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7160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820995" y="3383234"/>
            <a:ext cx="8708588" cy="2935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65"/>
              </a:lnSpc>
              <a:spcBef>
                <a:spcPct val="0"/>
              </a:spcBef>
            </a:pPr>
            <a:r>
              <a:rPr lang="en-US" sz="17189">
                <a:solidFill>
                  <a:srgbClr val="A82026"/>
                </a:solidFill>
                <a:latin typeface="Sigmar One"/>
                <a:ea typeface="Sigmar One"/>
                <a:cs typeface="Sigmar One"/>
                <a:sym typeface="Sigmar One"/>
              </a:rPr>
              <a:t>DEMO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-3569352" y="8004022"/>
            <a:ext cx="6634210" cy="6609332"/>
          </a:xfrm>
          <a:custGeom>
            <a:avLst/>
            <a:gdLst/>
            <a:ahLst/>
            <a:cxnLst/>
            <a:rect r="r" b="b" t="t" l="l"/>
            <a:pathLst>
              <a:path h="6609332" w="6634210">
                <a:moveTo>
                  <a:pt x="6634211" y="0"/>
                </a:moveTo>
                <a:lnTo>
                  <a:pt x="0" y="0"/>
                </a:lnTo>
                <a:lnTo>
                  <a:pt x="0" y="6609332"/>
                </a:lnTo>
                <a:lnTo>
                  <a:pt x="6634211" y="6609332"/>
                </a:lnTo>
                <a:lnTo>
                  <a:pt x="6634211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806105" y="852965"/>
            <a:ext cx="8838044" cy="8838044"/>
          </a:xfrm>
          <a:custGeom>
            <a:avLst/>
            <a:gdLst/>
            <a:ahLst/>
            <a:cxnLst/>
            <a:rect r="r" b="b" t="t" l="l"/>
            <a:pathLst>
              <a:path h="8838044" w="8838044">
                <a:moveTo>
                  <a:pt x="0" y="0"/>
                </a:moveTo>
                <a:lnTo>
                  <a:pt x="8838043" y="0"/>
                </a:lnTo>
                <a:lnTo>
                  <a:pt x="8838043" y="8838044"/>
                </a:lnTo>
                <a:lnTo>
                  <a:pt x="0" y="88380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45041" y="8371996"/>
            <a:ext cx="4487727" cy="2839060"/>
          </a:xfrm>
          <a:custGeom>
            <a:avLst/>
            <a:gdLst/>
            <a:ahLst/>
            <a:cxnLst/>
            <a:rect r="r" b="b" t="t" l="l"/>
            <a:pathLst>
              <a:path h="2839060" w="4487727">
                <a:moveTo>
                  <a:pt x="0" y="0"/>
                </a:moveTo>
                <a:lnTo>
                  <a:pt x="4487728" y="0"/>
                </a:lnTo>
                <a:lnTo>
                  <a:pt x="4487728" y="2839060"/>
                </a:lnTo>
                <a:lnTo>
                  <a:pt x="0" y="28390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820995" y="-817546"/>
            <a:ext cx="4487727" cy="2839060"/>
          </a:xfrm>
          <a:custGeom>
            <a:avLst/>
            <a:gdLst/>
            <a:ahLst/>
            <a:cxnLst/>
            <a:rect r="r" b="b" t="t" l="l"/>
            <a:pathLst>
              <a:path h="2839060" w="4487727">
                <a:moveTo>
                  <a:pt x="4487727" y="2839060"/>
                </a:moveTo>
                <a:lnTo>
                  <a:pt x="0" y="2839060"/>
                </a:lnTo>
                <a:lnTo>
                  <a:pt x="0" y="0"/>
                </a:lnTo>
                <a:lnTo>
                  <a:pt x="4487727" y="0"/>
                </a:lnTo>
                <a:lnTo>
                  <a:pt x="4487727" y="283906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581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93325" y="-699113"/>
            <a:ext cx="3562076" cy="4363953"/>
          </a:xfrm>
          <a:custGeom>
            <a:avLst/>
            <a:gdLst/>
            <a:ahLst/>
            <a:cxnLst/>
            <a:rect r="r" b="b" t="t" l="l"/>
            <a:pathLst>
              <a:path h="4363953" w="3562076">
                <a:moveTo>
                  <a:pt x="0" y="0"/>
                </a:moveTo>
                <a:lnTo>
                  <a:pt x="3562077" y="0"/>
                </a:lnTo>
                <a:lnTo>
                  <a:pt x="3562077" y="4363952"/>
                </a:lnTo>
                <a:lnTo>
                  <a:pt x="0" y="43639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446674" y="1349513"/>
            <a:ext cx="8161567" cy="1210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21"/>
              </a:lnSpc>
              <a:spcBef>
                <a:spcPct val="0"/>
              </a:spcBef>
            </a:pPr>
            <a:r>
              <a:rPr lang="en-US" sz="7086">
                <a:solidFill>
                  <a:srgbClr val="A82026"/>
                </a:solidFill>
                <a:latin typeface="Sigmar One"/>
                <a:ea typeface="Sigmar One"/>
                <a:cs typeface="Sigmar One"/>
                <a:sym typeface="Sigmar One"/>
              </a:rPr>
              <a:t>ƯU ĐIỂM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0174" y="3157015"/>
            <a:ext cx="6667871" cy="4582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122667" indent="-561333" lvl="1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A32128"/>
                </a:solidFill>
                <a:latin typeface="Faustina"/>
                <a:ea typeface="Faustina"/>
                <a:cs typeface="Faustina"/>
                <a:sym typeface="Faustina"/>
              </a:rPr>
              <a:t>Web dễ sử dụng, có đầy đủ thông tin, hình ảnh .</a:t>
            </a:r>
          </a:p>
          <a:p>
            <a:pPr algn="ctr" marL="1122667" indent="-561333" lvl="1">
              <a:lnSpc>
                <a:spcPts val="7279"/>
              </a:lnSpc>
              <a:spcBef>
                <a:spcPct val="0"/>
              </a:spcBef>
              <a:buFont typeface="Arial"/>
              <a:buChar char="•"/>
            </a:pPr>
            <a:r>
              <a:rPr lang="en-US" sz="5199">
                <a:solidFill>
                  <a:srgbClr val="A32128"/>
                </a:solidFill>
                <a:latin typeface="Faustina"/>
                <a:ea typeface="Faustina"/>
                <a:cs typeface="Faustina"/>
                <a:sym typeface="Faustina"/>
              </a:rPr>
              <a:t>Màu sắc của web hòa hợp , đơn giản.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-3763779" y="7271936"/>
            <a:ext cx="6634210" cy="6609332"/>
          </a:xfrm>
          <a:custGeom>
            <a:avLst/>
            <a:gdLst/>
            <a:ahLst/>
            <a:cxnLst/>
            <a:rect r="r" b="b" t="t" l="l"/>
            <a:pathLst>
              <a:path h="6609332" w="6634210">
                <a:moveTo>
                  <a:pt x="6634210" y="0"/>
                </a:moveTo>
                <a:lnTo>
                  <a:pt x="0" y="0"/>
                </a:lnTo>
                <a:lnTo>
                  <a:pt x="0" y="6609332"/>
                </a:lnTo>
                <a:lnTo>
                  <a:pt x="6634210" y="6609332"/>
                </a:lnTo>
                <a:lnTo>
                  <a:pt x="663421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186636" y="8371996"/>
            <a:ext cx="4487727" cy="2839060"/>
          </a:xfrm>
          <a:custGeom>
            <a:avLst/>
            <a:gdLst/>
            <a:ahLst/>
            <a:cxnLst/>
            <a:rect r="r" b="b" t="t" l="l"/>
            <a:pathLst>
              <a:path h="2839060" w="4487727">
                <a:moveTo>
                  <a:pt x="0" y="0"/>
                </a:moveTo>
                <a:lnTo>
                  <a:pt x="4487728" y="0"/>
                </a:lnTo>
                <a:lnTo>
                  <a:pt x="4487728" y="2839060"/>
                </a:lnTo>
                <a:lnTo>
                  <a:pt x="0" y="28390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5723462" y="-817546"/>
            <a:ext cx="4487727" cy="2839060"/>
          </a:xfrm>
          <a:custGeom>
            <a:avLst/>
            <a:gdLst/>
            <a:ahLst/>
            <a:cxnLst/>
            <a:rect r="r" b="b" t="t" l="l"/>
            <a:pathLst>
              <a:path h="2839060" w="4487727">
                <a:moveTo>
                  <a:pt x="4487728" y="2839060"/>
                </a:moveTo>
                <a:lnTo>
                  <a:pt x="0" y="2839060"/>
                </a:lnTo>
                <a:lnTo>
                  <a:pt x="0" y="0"/>
                </a:lnTo>
                <a:lnTo>
                  <a:pt x="4487728" y="0"/>
                </a:lnTo>
                <a:lnTo>
                  <a:pt x="4487728" y="283906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539767" y="1154996"/>
            <a:ext cx="8161567" cy="1210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21"/>
              </a:lnSpc>
              <a:spcBef>
                <a:spcPct val="0"/>
              </a:spcBef>
            </a:pPr>
            <a:r>
              <a:rPr lang="en-US" sz="7086">
                <a:solidFill>
                  <a:srgbClr val="A82026"/>
                </a:solidFill>
                <a:latin typeface="Sigmar One"/>
                <a:ea typeface="Sigmar One"/>
                <a:cs typeface="Sigmar One"/>
                <a:sym typeface="Sigmar One"/>
              </a:rPr>
              <a:t>NHƯỢC ĐIỂM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86616" y="3157015"/>
            <a:ext cx="6667871" cy="3658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122667" indent="-561333" lvl="1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A32128"/>
                </a:solidFill>
                <a:latin typeface="Faustina"/>
                <a:ea typeface="Faustina"/>
                <a:cs typeface="Faustina"/>
                <a:sym typeface="Faustina"/>
              </a:rPr>
              <a:t>Web còn thiếu một vài tính năng .</a:t>
            </a:r>
          </a:p>
          <a:p>
            <a:pPr algn="ctr" marL="1122667" indent="-561333" lvl="1">
              <a:lnSpc>
                <a:spcPts val="7279"/>
              </a:lnSpc>
              <a:spcBef>
                <a:spcPct val="0"/>
              </a:spcBef>
              <a:buFont typeface="Arial"/>
              <a:buChar char="•"/>
            </a:pPr>
            <a:r>
              <a:rPr lang="en-US" sz="5199">
                <a:solidFill>
                  <a:srgbClr val="A32128"/>
                </a:solidFill>
                <a:latin typeface="Faustina"/>
                <a:ea typeface="Faustina"/>
                <a:cs typeface="Faustina"/>
                <a:sym typeface="Faustina"/>
              </a:rPr>
              <a:t>Web chưa có phần liên hệ.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43000" y="0"/>
            <a:ext cx="20574000" cy="10287000"/>
            <a:chOff x="0" y="0"/>
            <a:chExt cx="27432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7160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784245" y="347884"/>
            <a:ext cx="8084148" cy="2999623"/>
            <a:chOff x="0" y="0"/>
            <a:chExt cx="2129158" cy="7900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9158" cy="790024"/>
            </a:xfrm>
            <a:custGeom>
              <a:avLst/>
              <a:gdLst/>
              <a:ahLst/>
              <a:cxnLst/>
              <a:rect r="r" b="b" t="t" l="l"/>
              <a:pathLst>
                <a:path h="790024" w="2129158">
                  <a:moveTo>
                    <a:pt x="48482" y="0"/>
                  </a:moveTo>
                  <a:lnTo>
                    <a:pt x="2080676" y="0"/>
                  </a:lnTo>
                  <a:cubicBezTo>
                    <a:pt x="2093535" y="0"/>
                    <a:pt x="2105866" y="5108"/>
                    <a:pt x="2114958" y="14200"/>
                  </a:cubicBezTo>
                  <a:cubicBezTo>
                    <a:pt x="2124050" y="23292"/>
                    <a:pt x="2129158" y="35624"/>
                    <a:pt x="2129158" y="48482"/>
                  </a:cubicBezTo>
                  <a:lnTo>
                    <a:pt x="2129158" y="741542"/>
                  </a:lnTo>
                  <a:cubicBezTo>
                    <a:pt x="2129158" y="768318"/>
                    <a:pt x="2107452" y="790024"/>
                    <a:pt x="2080676" y="790024"/>
                  </a:cubicBezTo>
                  <a:lnTo>
                    <a:pt x="48482" y="790024"/>
                  </a:lnTo>
                  <a:cubicBezTo>
                    <a:pt x="35624" y="790024"/>
                    <a:pt x="23292" y="784916"/>
                    <a:pt x="14200" y="775824"/>
                  </a:cubicBezTo>
                  <a:cubicBezTo>
                    <a:pt x="5108" y="766732"/>
                    <a:pt x="0" y="754401"/>
                    <a:pt x="0" y="741542"/>
                  </a:cubicBezTo>
                  <a:lnTo>
                    <a:pt x="0" y="48482"/>
                  </a:lnTo>
                  <a:cubicBezTo>
                    <a:pt x="0" y="21706"/>
                    <a:pt x="21706" y="0"/>
                    <a:pt x="48482" y="0"/>
                  </a:cubicBezTo>
                  <a:close/>
                </a:path>
              </a:pathLst>
            </a:custGeom>
            <a:solidFill>
              <a:srgbClr val="AD1F2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29158" cy="837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648199" y="2888270"/>
            <a:ext cx="8494834" cy="4120694"/>
            <a:chOff x="0" y="0"/>
            <a:chExt cx="2237323" cy="10852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7323" cy="1085285"/>
            </a:xfrm>
            <a:custGeom>
              <a:avLst/>
              <a:gdLst/>
              <a:ahLst/>
              <a:cxnLst/>
              <a:rect r="r" b="b" t="t" l="l"/>
              <a:pathLst>
                <a:path h="1085285" w="2237323">
                  <a:moveTo>
                    <a:pt x="46138" y="0"/>
                  </a:moveTo>
                  <a:lnTo>
                    <a:pt x="2191184" y="0"/>
                  </a:lnTo>
                  <a:cubicBezTo>
                    <a:pt x="2203421" y="0"/>
                    <a:pt x="2215156" y="4861"/>
                    <a:pt x="2223809" y="13514"/>
                  </a:cubicBezTo>
                  <a:cubicBezTo>
                    <a:pt x="2232462" y="22166"/>
                    <a:pt x="2237323" y="33901"/>
                    <a:pt x="2237323" y="46138"/>
                  </a:cubicBezTo>
                  <a:lnTo>
                    <a:pt x="2237323" y="1039148"/>
                  </a:lnTo>
                  <a:cubicBezTo>
                    <a:pt x="2237323" y="1064629"/>
                    <a:pt x="2216666" y="1085285"/>
                    <a:pt x="2191184" y="1085285"/>
                  </a:cubicBezTo>
                  <a:lnTo>
                    <a:pt x="46138" y="1085285"/>
                  </a:lnTo>
                  <a:cubicBezTo>
                    <a:pt x="20657" y="1085285"/>
                    <a:pt x="0" y="1064629"/>
                    <a:pt x="0" y="1039148"/>
                  </a:cubicBezTo>
                  <a:lnTo>
                    <a:pt x="0" y="46138"/>
                  </a:lnTo>
                  <a:cubicBezTo>
                    <a:pt x="0" y="20657"/>
                    <a:pt x="20657" y="0"/>
                    <a:pt x="4613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37323" cy="1132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5182723" y="-437883"/>
            <a:ext cx="3562076" cy="4363953"/>
          </a:xfrm>
          <a:custGeom>
            <a:avLst/>
            <a:gdLst/>
            <a:ahLst/>
            <a:cxnLst/>
            <a:rect r="r" b="b" t="t" l="l"/>
            <a:pathLst>
              <a:path h="4363953" w="3562076">
                <a:moveTo>
                  <a:pt x="0" y="0"/>
                </a:moveTo>
                <a:lnTo>
                  <a:pt x="3562076" y="0"/>
                </a:lnTo>
                <a:lnTo>
                  <a:pt x="3562076" y="4363953"/>
                </a:lnTo>
                <a:lnTo>
                  <a:pt x="0" y="43639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648199" y="1001239"/>
            <a:ext cx="8356240" cy="159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>
                <a:solidFill>
                  <a:srgbClr val="FCF1D4"/>
                </a:solidFill>
                <a:latin typeface="Sigmar One"/>
                <a:ea typeface="Sigmar One"/>
                <a:cs typeface="Sigmar One"/>
                <a:sym typeface="Sigmar One"/>
              </a:rPr>
              <a:t>PHÁT TRIỂN TRONG TƯƠNG LAI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77832" y="3896692"/>
            <a:ext cx="7907661" cy="2454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A32128"/>
                </a:solidFill>
                <a:latin typeface="Faustina"/>
                <a:ea typeface="Faustina"/>
                <a:cs typeface="Faustina"/>
                <a:sym typeface="Faustina"/>
              </a:rPr>
              <a:t>+ Làm thêm tính năng gọi đến số điện thoại để đăng kí tour du lịch.</a:t>
            </a:r>
          </a:p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A32128"/>
                </a:solidFill>
                <a:latin typeface="Faustina"/>
                <a:ea typeface="Faustina"/>
                <a:cs typeface="Faustina"/>
                <a:sym typeface="Faustina"/>
              </a:rPr>
              <a:t>+ Thêm tính năng tự tìm kiếm thông tin trên web . 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-1645595" y="5291496"/>
            <a:ext cx="5348590" cy="5231893"/>
          </a:xfrm>
          <a:custGeom>
            <a:avLst/>
            <a:gdLst/>
            <a:ahLst/>
            <a:cxnLst/>
            <a:rect r="r" b="b" t="t" l="l"/>
            <a:pathLst>
              <a:path h="5231893" w="5348590">
                <a:moveTo>
                  <a:pt x="0" y="0"/>
                </a:moveTo>
                <a:lnTo>
                  <a:pt x="5348590" y="0"/>
                </a:lnTo>
                <a:lnTo>
                  <a:pt x="5348590" y="5231893"/>
                </a:lnTo>
                <a:lnTo>
                  <a:pt x="0" y="52318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058564" y="7298332"/>
            <a:ext cx="9946196" cy="4955014"/>
          </a:xfrm>
          <a:custGeom>
            <a:avLst/>
            <a:gdLst/>
            <a:ahLst/>
            <a:cxnLst/>
            <a:rect r="r" b="b" t="t" l="l"/>
            <a:pathLst>
              <a:path h="4955014" w="9946196">
                <a:moveTo>
                  <a:pt x="0" y="0"/>
                </a:moveTo>
                <a:lnTo>
                  <a:pt x="9946197" y="0"/>
                </a:lnTo>
                <a:lnTo>
                  <a:pt x="9946197" y="4955014"/>
                </a:lnTo>
                <a:lnTo>
                  <a:pt x="0" y="49550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834359" y="4055270"/>
            <a:ext cx="2464198" cy="3966515"/>
          </a:xfrm>
          <a:custGeom>
            <a:avLst/>
            <a:gdLst/>
            <a:ahLst/>
            <a:cxnLst/>
            <a:rect r="r" b="b" t="t" l="l"/>
            <a:pathLst>
              <a:path h="3966515" w="2464198">
                <a:moveTo>
                  <a:pt x="0" y="0"/>
                </a:moveTo>
                <a:lnTo>
                  <a:pt x="2464198" y="0"/>
                </a:lnTo>
                <a:lnTo>
                  <a:pt x="2464198" y="3966515"/>
                </a:lnTo>
                <a:lnTo>
                  <a:pt x="0" y="396651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13721069" y="3716013"/>
            <a:ext cx="2464198" cy="3966515"/>
          </a:xfrm>
          <a:custGeom>
            <a:avLst/>
            <a:gdLst/>
            <a:ahLst/>
            <a:cxnLst/>
            <a:rect r="r" b="b" t="t" l="l"/>
            <a:pathLst>
              <a:path h="3966515" w="2464198">
                <a:moveTo>
                  <a:pt x="2464197" y="0"/>
                </a:moveTo>
                <a:lnTo>
                  <a:pt x="0" y="0"/>
                </a:lnTo>
                <a:lnTo>
                  <a:pt x="0" y="3966515"/>
                </a:lnTo>
                <a:lnTo>
                  <a:pt x="2464197" y="3966515"/>
                </a:lnTo>
                <a:lnTo>
                  <a:pt x="2464197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488970" y="-619008"/>
            <a:ext cx="2464198" cy="3966515"/>
          </a:xfrm>
          <a:custGeom>
            <a:avLst/>
            <a:gdLst/>
            <a:ahLst/>
            <a:cxnLst/>
            <a:rect r="r" b="b" t="t" l="l"/>
            <a:pathLst>
              <a:path h="3966515" w="2464198">
                <a:moveTo>
                  <a:pt x="0" y="0"/>
                </a:moveTo>
                <a:lnTo>
                  <a:pt x="2464197" y="0"/>
                </a:lnTo>
                <a:lnTo>
                  <a:pt x="2464197" y="3966516"/>
                </a:lnTo>
                <a:lnTo>
                  <a:pt x="0" y="396651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0">
            <a:off x="3209851" y="-954558"/>
            <a:ext cx="2464198" cy="3966515"/>
          </a:xfrm>
          <a:custGeom>
            <a:avLst/>
            <a:gdLst/>
            <a:ahLst/>
            <a:cxnLst/>
            <a:rect r="r" b="b" t="t" l="l"/>
            <a:pathLst>
              <a:path h="3966515" w="2464198">
                <a:moveTo>
                  <a:pt x="2464198" y="0"/>
                </a:moveTo>
                <a:lnTo>
                  <a:pt x="0" y="0"/>
                </a:lnTo>
                <a:lnTo>
                  <a:pt x="0" y="3966516"/>
                </a:lnTo>
                <a:lnTo>
                  <a:pt x="2464198" y="3966516"/>
                </a:lnTo>
                <a:lnTo>
                  <a:pt x="2464198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585005" y="5291496"/>
            <a:ext cx="5348590" cy="5231893"/>
          </a:xfrm>
          <a:custGeom>
            <a:avLst/>
            <a:gdLst/>
            <a:ahLst/>
            <a:cxnLst/>
            <a:rect r="r" b="b" t="t" l="l"/>
            <a:pathLst>
              <a:path h="5231893" w="5348590">
                <a:moveTo>
                  <a:pt x="0" y="0"/>
                </a:moveTo>
                <a:lnTo>
                  <a:pt x="5348590" y="0"/>
                </a:lnTo>
                <a:lnTo>
                  <a:pt x="5348590" y="5231893"/>
                </a:lnTo>
                <a:lnTo>
                  <a:pt x="0" y="52318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43000" y="0"/>
            <a:ext cx="20574000" cy="10287000"/>
            <a:chOff x="0" y="0"/>
            <a:chExt cx="27432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7160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5182723" y="-437883"/>
            <a:ext cx="3562076" cy="4363953"/>
          </a:xfrm>
          <a:custGeom>
            <a:avLst/>
            <a:gdLst/>
            <a:ahLst/>
            <a:cxnLst/>
            <a:rect r="r" b="b" t="t" l="l"/>
            <a:pathLst>
              <a:path h="4363953" w="3562076">
                <a:moveTo>
                  <a:pt x="0" y="0"/>
                </a:moveTo>
                <a:lnTo>
                  <a:pt x="3562076" y="0"/>
                </a:lnTo>
                <a:lnTo>
                  <a:pt x="3562076" y="4363953"/>
                </a:lnTo>
                <a:lnTo>
                  <a:pt x="0" y="43639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3636152" y="359124"/>
            <a:ext cx="24470609" cy="2493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86"/>
              </a:lnSpc>
              <a:spcBef>
                <a:spcPct val="0"/>
              </a:spcBef>
            </a:pPr>
            <a:r>
              <a:rPr lang="en-US" sz="14633">
                <a:solidFill>
                  <a:srgbClr val="B51F09"/>
                </a:solidFill>
                <a:latin typeface="Sigmar One"/>
                <a:ea typeface="Sigmar One"/>
                <a:cs typeface="Sigmar One"/>
                <a:sym typeface="Sigmar One"/>
              </a:rPr>
              <a:t>Q&amp;A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690264" y="3744489"/>
            <a:ext cx="8216288" cy="7579979"/>
          </a:xfrm>
          <a:custGeom>
            <a:avLst/>
            <a:gdLst/>
            <a:ahLst/>
            <a:cxnLst/>
            <a:rect r="r" b="b" t="t" l="l"/>
            <a:pathLst>
              <a:path h="7579979" w="8216288">
                <a:moveTo>
                  <a:pt x="0" y="0"/>
                </a:moveTo>
                <a:lnTo>
                  <a:pt x="8216288" y="0"/>
                </a:lnTo>
                <a:lnTo>
                  <a:pt x="8216288" y="7579979"/>
                </a:lnTo>
                <a:lnTo>
                  <a:pt x="0" y="75799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8394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307479" y="-250132"/>
            <a:ext cx="3562076" cy="4363953"/>
          </a:xfrm>
          <a:custGeom>
            <a:avLst/>
            <a:gdLst/>
            <a:ahLst/>
            <a:cxnLst/>
            <a:rect r="r" b="b" t="t" l="l"/>
            <a:pathLst>
              <a:path h="4363953" w="3562076">
                <a:moveTo>
                  <a:pt x="0" y="0"/>
                </a:moveTo>
                <a:lnTo>
                  <a:pt x="3562077" y="0"/>
                </a:lnTo>
                <a:lnTo>
                  <a:pt x="3562077" y="4363952"/>
                </a:lnTo>
                <a:lnTo>
                  <a:pt x="0" y="43639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22051" y="4490706"/>
            <a:ext cx="3086614" cy="4647402"/>
          </a:xfrm>
          <a:custGeom>
            <a:avLst/>
            <a:gdLst/>
            <a:ahLst/>
            <a:cxnLst/>
            <a:rect r="r" b="b" t="t" l="l"/>
            <a:pathLst>
              <a:path h="4647402" w="3086614">
                <a:moveTo>
                  <a:pt x="0" y="0"/>
                </a:moveTo>
                <a:lnTo>
                  <a:pt x="3086614" y="0"/>
                </a:lnTo>
                <a:lnTo>
                  <a:pt x="3086614" y="4647402"/>
                </a:lnTo>
                <a:lnTo>
                  <a:pt x="0" y="46474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6906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3685311" y="4559809"/>
            <a:ext cx="2994824" cy="4509198"/>
          </a:xfrm>
          <a:custGeom>
            <a:avLst/>
            <a:gdLst/>
            <a:ahLst/>
            <a:cxnLst/>
            <a:rect r="r" b="b" t="t" l="l"/>
            <a:pathLst>
              <a:path h="4509198" w="2994824">
                <a:moveTo>
                  <a:pt x="2994824" y="0"/>
                </a:moveTo>
                <a:lnTo>
                  <a:pt x="0" y="0"/>
                </a:lnTo>
                <a:lnTo>
                  <a:pt x="0" y="4509197"/>
                </a:lnTo>
                <a:lnTo>
                  <a:pt x="2994824" y="4509197"/>
                </a:lnTo>
                <a:lnTo>
                  <a:pt x="2994824" y="0"/>
                </a:lnTo>
                <a:close/>
              </a:path>
            </a:pathLst>
          </a:custGeom>
          <a:blipFill>
            <a:blip r:embed="rId6"/>
            <a:stretch>
              <a:fillRect l="0" t="0" r="0" b="-6906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15734" y="0"/>
            <a:ext cx="20574000" cy="10287000"/>
            <a:chOff x="0" y="0"/>
            <a:chExt cx="27432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7160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510601" y="6668677"/>
            <a:ext cx="18798601" cy="3806717"/>
          </a:xfrm>
          <a:custGeom>
            <a:avLst/>
            <a:gdLst/>
            <a:ahLst/>
            <a:cxnLst/>
            <a:rect r="r" b="b" t="t" l="l"/>
            <a:pathLst>
              <a:path h="3806717" w="18798601">
                <a:moveTo>
                  <a:pt x="0" y="0"/>
                </a:moveTo>
                <a:lnTo>
                  <a:pt x="18798601" y="0"/>
                </a:lnTo>
                <a:lnTo>
                  <a:pt x="18798601" y="3806717"/>
                </a:lnTo>
                <a:lnTo>
                  <a:pt x="0" y="3806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056392" y="-1387860"/>
            <a:ext cx="5750291" cy="5728728"/>
          </a:xfrm>
          <a:custGeom>
            <a:avLst/>
            <a:gdLst/>
            <a:ahLst/>
            <a:cxnLst/>
            <a:rect r="r" b="b" t="t" l="l"/>
            <a:pathLst>
              <a:path h="5728728" w="5750291">
                <a:moveTo>
                  <a:pt x="0" y="0"/>
                </a:moveTo>
                <a:lnTo>
                  <a:pt x="5750291" y="0"/>
                </a:lnTo>
                <a:lnTo>
                  <a:pt x="5750291" y="5728728"/>
                </a:lnTo>
                <a:lnTo>
                  <a:pt x="0" y="57287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09314" y="-788507"/>
            <a:ext cx="2464198" cy="3966515"/>
          </a:xfrm>
          <a:custGeom>
            <a:avLst/>
            <a:gdLst/>
            <a:ahLst/>
            <a:cxnLst/>
            <a:rect r="r" b="b" t="t" l="l"/>
            <a:pathLst>
              <a:path h="3966515" w="2464198">
                <a:moveTo>
                  <a:pt x="0" y="0"/>
                </a:moveTo>
                <a:lnTo>
                  <a:pt x="2464197" y="0"/>
                </a:lnTo>
                <a:lnTo>
                  <a:pt x="2464197" y="3966515"/>
                </a:lnTo>
                <a:lnTo>
                  <a:pt x="0" y="39665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766692" y="2939883"/>
            <a:ext cx="7149445" cy="2409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22"/>
              </a:lnSpc>
              <a:spcBef>
                <a:spcPct val="0"/>
              </a:spcBef>
            </a:pPr>
            <a:r>
              <a:rPr lang="en-US" sz="12730">
                <a:solidFill>
                  <a:srgbClr val="B51F09"/>
                </a:solidFill>
                <a:latin typeface="Sigmar One"/>
                <a:ea typeface="Sigmar One"/>
                <a:cs typeface="Sigmar One"/>
                <a:sym typeface="Sigmar One"/>
              </a:rPr>
              <a:t>THANK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88699" y="4895850"/>
            <a:ext cx="4810920" cy="2248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19"/>
              </a:lnSpc>
              <a:spcBef>
                <a:spcPct val="0"/>
              </a:spcBef>
            </a:pPr>
            <a:r>
              <a:rPr lang="en-US" sz="12371">
                <a:solidFill>
                  <a:srgbClr val="B51F09"/>
                </a:solidFill>
                <a:latin typeface="Sigmar One"/>
                <a:ea typeface="Sigmar One"/>
                <a:cs typeface="Sigmar One"/>
                <a:sym typeface="Sigmar One"/>
              </a:rPr>
              <a:t>YOU!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28700" y="2057400"/>
            <a:ext cx="6408801" cy="8229600"/>
          </a:xfrm>
          <a:custGeom>
            <a:avLst/>
            <a:gdLst/>
            <a:ahLst/>
            <a:cxnLst/>
            <a:rect r="r" b="b" t="t" l="l"/>
            <a:pathLst>
              <a:path h="8229600" w="6408801">
                <a:moveTo>
                  <a:pt x="0" y="0"/>
                </a:moveTo>
                <a:lnTo>
                  <a:pt x="6408801" y="0"/>
                </a:lnTo>
                <a:lnTo>
                  <a:pt x="640880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6227403" y="-817546"/>
            <a:ext cx="4487727" cy="2839060"/>
          </a:xfrm>
          <a:custGeom>
            <a:avLst/>
            <a:gdLst/>
            <a:ahLst/>
            <a:cxnLst/>
            <a:rect r="r" b="b" t="t" l="l"/>
            <a:pathLst>
              <a:path h="2839060" w="4487727">
                <a:moveTo>
                  <a:pt x="4487727" y="2839060"/>
                </a:moveTo>
                <a:lnTo>
                  <a:pt x="0" y="2839060"/>
                </a:lnTo>
                <a:lnTo>
                  <a:pt x="0" y="0"/>
                </a:lnTo>
                <a:lnTo>
                  <a:pt x="4487727" y="0"/>
                </a:lnTo>
                <a:lnTo>
                  <a:pt x="4487727" y="28390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DAG7aaTtv2o</dc:identifier>
  <dcterms:modified xsi:type="dcterms:W3CDTF">2011-08-01T06:04:30Z</dcterms:modified>
  <cp:revision>1</cp:revision>
  <dc:title>spck-JSA10</dc:title>
</cp:coreProperties>
</file>